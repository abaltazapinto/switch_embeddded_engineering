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3"/>
  </p:sldMasterIdLst>
  <p:notesMasterIdLst>
    <p:notesMasterId r:id="rId5"/>
  </p:notesMasterIdLst>
  <p:handoutMasterIdLst>
    <p:handoutMasterId r:id="rId6"/>
  </p:handoutMasterIdLst>
  <p:sldIdLst>
    <p:sldId id="265" r:id="rId4"/>
  </p:sldIdLst>
  <p:sldSz cx="12192000" cy="6858000"/>
  <p:notesSz cx="6858000" cy="9144000"/>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A1A24"/>
    <a:srgbClr val="A5ACB0"/>
    <a:srgbClr val="E06C1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9D6D08F-0DC7-8A4D-957F-042CC2873A9B}" v="2" dt="2023-01-09T18:58:55.00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80761" autoAdjust="0"/>
  </p:normalViewPr>
  <p:slideViewPr>
    <p:cSldViewPr snapToGrid="0">
      <p:cViewPr>
        <p:scale>
          <a:sx n="100" d="100"/>
          <a:sy n="100" d="100"/>
        </p:scale>
        <p:origin x="798" y="72"/>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105" d="100"/>
          <a:sy n="105" d="100"/>
        </p:scale>
        <p:origin x="5672"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Master" Target="slideMasters/slideMaster1.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handoutMaster" Target="handoutMasters/handoutMaster1.xml"/><Relationship Id="rId11" Type="http://schemas.microsoft.com/office/2015/10/relationships/revisionInfo" Target="revisionInfo.xml"/><Relationship Id="rId5" Type="http://schemas.openxmlformats.org/officeDocument/2006/relationships/notesMaster" Target="notesMasters/notesMaster1.xml"/><Relationship Id="rId10"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136A58B-A1A9-4EF6-A35B-3B2BEC329E19}" type="doc">
      <dgm:prSet loTypeId="urn:microsoft.com/office/officeart/2024/layout/BulletTimeline" loCatId="timeline" qsTypeId="urn:microsoft.com/office/officeart/2005/8/quickstyle/simple1" qsCatId="simple" csTypeId="urn:microsoft.com/office/officeart/2005/8/colors/accent1_2" csCatId="accent1" phldr="1"/>
      <dgm:spPr/>
      <dgm:t>
        <a:bodyPr/>
        <a:lstStyle/>
        <a:p>
          <a:endParaRPr lang="pt-PT"/>
        </a:p>
      </dgm:t>
    </dgm:pt>
    <dgm:pt modelId="{631C5515-A08C-462F-9178-C587E2D7CE1B}">
      <dgm:prSet phldrT="Add an event" phldr="0"/>
      <dgm:spPr/>
      <dgm:t>
        <a:bodyPr/>
        <a:lstStyle/>
        <a:p>
          <a:pPr>
            <a:defRPr b="1"/>
          </a:pPr>
          <a:r>
            <a:rPr lang="pt-PT" dirty="0"/>
            <a:t>Late 80’s</a:t>
          </a:r>
        </a:p>
      </dgm:t>
    </dgm:pt>
    <dgm:pt modelId="{22297083-9833-4B3A-9712-729B5AF781AB}" type="parTrans" cxnId="{455C50F8-BE62-4BE1-96D4-D17298BD8351}">
      <dgm:prSet/>
      <dgm:spPr/>
      <dgm:t>
        <a:bodyPr/>
        <a:lstStyle/>
        <a:p>
          <a:endParaRPr lang="pt-PT"/>
        </a:p>
      </dgm:t>
    </dgm:pt>
    <dgm:pt modelId="{035FE469-6336-428E-9E32-EBB4CBA2C0B6}" type="sibTrans" cxnId="{455C50F8-BE62-4BE1-96D4-D17298BD8351}">
      <dgm:prSet/>
      <dgm:spPr/>
      <dgm:t>
        <a:bodyPr/>
        <a:lstStyle/>
        <a:p>
          <a:endParaRPr lang="pt-PT"/>
        </a:p>
      </dgm:t>
    </dgm:pt>
    <dgm:pt modelId="{67DC6101-BC36-4BD6-949C-911BB759F7B0}">
      <dgm:prSet phldrT="Write a description of the significance of this event" phldr="0"/>
      <dgm:spPr/>
      <dgm:t>
        <a:bodyPr/>
        <a:lstStyle/>
        <a:p>
          <a:r>
            <a:rPr lang="pt-PT" dirty="0"/>
            <a:t>The concept “firewall” was introduced.</a:t>
          </a:r>
        </a:p>
        <a:p>
          <a:r>
            <a:rPr lang="pt-PT" b="1" dirty="0"/>
            <a:t>1st generation - Packet filtering firewalls</a:t>
          </a:r>
          <a:endParaRPr lang="pt-PT" dirty="0"/>
        </a:p>
      </dgm:t>
    </dgm:pt>
    <dgm:pt modelId="{37D981B8-D41A-43C6-B9BC-E860B5312A55}" type="parTrans" cxnId="{158DE91C-8E71-4D7D-A958-B41D19EC0CA0}">
      <dgm:prSet/>
      <dgm:spPr/>
      <dgm:t>
        <a:bodyPr/>
        <a:lstStyle/>
        <a:p>
          <a:endParaRPr lang="pt-PT"/>
        </a:p>
      </dgm:t>
    </dgm:pt>
    <dgm:pt modelId="{63FA4DEB-DB1B-47BD-AF14-E3568DD214CB}" type="sibTrans" cxnId="{158DE91C-8E71-4D7D-A958-B41D19EC0CA0}">
      <dgm:prSet/>
      <dgm:spPr/>
      <dgm:t>
        <a:bodyPr/>
        <a:lstStyle/>
        <a:p>
          <a:endParaRPr lang="pt-PT"/>
        </a:p>
      </dgm:t>
    </dgm:pt>
    <dgm:pt modelId="{1F3D80BD-539A-4195-B768-8145E6229211}">
      <dgm:prSet phldrT="Write a description of the significance of this event"/>
      <dgm:spPr/>
      <dgm:t>
        <a:bodyPr/>
        <a:lstStyle/>
        <a:p>
          <a:r>
            <a:rPr lang="pt-PT" b="1" dirty="0"/>
            <a:t>2nd generation - Stateful inspection</a:t>
          </a:r>
          <a:endParaRPr lang="pt-PT" dirty="0"/>
        </a:p>
      </dgm:t>
    </dgm:pt>
    <dgm:pt modelId="{5C370F1C-6542-40AB-8E97-7705BBAC8505}" type="parTrans" cxnId="{0B6783DD-11AA-4E18-953A-62744C2EEE6A}">
      <dgm:prSet/>
      <dgm:spPr/>
      <dgm:t>
        <a:bodyPr/>
        <a:lstStyle/>
        <a:p>
          <a:endParaRPr lang="pt-PT"/>
        </a:p>
      </dgm:t>
    </dgm:pt>
    <dgm:pt modelId="{52405485-9D05-45E9-AD5E-B358DB3EE5FB}" type="sibTrans" cxnId="{0B6783DD-11AA-4E18-953A-62744C2EEE6A}">
      <dgm:prSet/>
      <dgm:spPr/>
      <dgm:t>
        <a:bodyPr/>
        <a:lstStyle/>
        <a:p>
          <a:endParaRPr lang="pt-PT"/>
        </a:p>
      </dgm:t>
    </dgm:pt>
    <dgm:pt modelId="{3C5EDB6C-AD31-4DF5-83A8-46C06E121300}">
      <dgm:prSet phldrT="Write a description of the significance of this event"/>
      <dgm:spPr/>
      <dgm:t>
        <a:bodyPr/>
        <a:lstStyle/>
        <a:p>
          <a:r>
            <a:rPr lang="pt-PT" b="1" dirty="0"/>
            <a:t>3rd generation - Application Layer Firewalls</a:t>
          </a:r>
          <a:endParaRPr lang="pt-PT" dirty="0"/>
        </a:p>
      </dgm:t>
    </dgm:pt>
    <dgm:pt modelId="{1EA997CA-AE00-4291-8E62-A590731FDA8D}" type="parTrans" cxnId="{280B18CE-12BB-4029-A585-D12360D80778}">
      <dgm:prSet/>
      <dgm:spPr/>
      <dgm:t>
        <a:bodyPr/>
        <a:lstStyle/>
        <a:p>
          <a:endParaRPr lang="pt-PT"/>
        </a:p>
      </dgm:t>
    </dgm:pt>
    <dgm:pt modelId="{EF971527-80F0-433C-8169-1BAB57B4BC75}" type="sibTrans" cxnId="{280B18CE-12BB-4029-A585-D12360D80778}">
      <dgm:prSet/>
      <dgm:spPr/>
      <dgm:t>
        <a:bodyPr/>
        <a:lstStyle/>
        <a:p>
          <a:endParaRPr lang="pt-PT"/>
        </a:p>
      </dgm:t>
    </dgm:pt>
    <dgm:pt modelId="{9BCCDA5E-5E63-4DD3-8615-25D8FBCA75D4}">
      <dgm:prSet phldrT="Add an event" phldr="0"/>
      <dgm:spPr/>
      <dgm:t>
        <a:bodyPr/>
        <a:lstStyle/>
        <a:p>
          <a:pPr>
            <a:defRPr b="1"/>
          </a:pPr>
          <a:r>
            <a:rPr lang="pt-PT" dirty="0"/>
            <a:t>2008</a:t>
          </a:r>
        </a:p>
      </dgm:t>
    </dgm:pt>
    <dgm:pt modelId="{9C3DF433-067D-40FA-AC4D-461F36E2B278}" type="parTrans" cxnId="{FC8EF805-BF83-43DD-892E-054382F847D2}">
      <dgm:prSet/>
      <dgm:spPr/>
      <dgm:t>
        <a:bodyPr/>
        <a:lstStyle/>
        <a:p>
          <a:endParaRPr lang="pt-PT"/>
        </a:p>
      </dgm:t>
    </dgm:pt>
    <dgm:pt modelId="{A715618A-0885-49ED-B2F5-35733FB7452E}" type="sibTrans" cxnId="{FC8EF805-BF83-43DD-892E-054382F847D2}">
      <dgm:prSet/>
      <dgm:spPr/>
      <dgm:t>
        <a:bodyPr/>
        <a:lstStyle/>
        <a:p>
          <a:endParaRPr lang="pt-PT"/>
        </a:p>
      </dgm:t>
    </dgm:pt>
    <dgm:pt modelId="{46E30D9C-2F31-45C6-AB1A-884C155FFCB3}">
      <dgm:prSet phldrT="Write a description of the significance of this event" phldr="0"/>
      <dgm:spPr/>
      <dgm:t>
        <a:bodyPr/>
        <a:lstStyle/>
        <a:p>
          <a:r>
            <a:rPr lang="pt-PT" b="1" dirty="0"/>
            <a:t>Next-generation firewalls - NGFW </a:t>
          </a:r>
        </a:p>
        <a:p>
          <a:r>
            <a:rPr lang="pt-PT" dirty="0">
              <a:sym typeface="Wingdings" panose="05000000000000000000" pitchFamily="2" charset="2"/>
            </a:rPr>
            <a:t> </a:t>
          </a:r>
          <a:r>
            <a:rPr lang="pt-PT" b="0" i="0" dirty="0"/>
            <a:t>Deep Packet Inspection (DPI)</a:t>
          </a:r>
          <a:endParaRPr lang="pt-PT" b="1" dirty="0"/>
        </a:p>
      </dgm:t>
    </dgm:pt>
    <dgm:pt modelId="{79AAF068-ADF0-4161-8B58-62FC9244363F}" type="parTrans" cxnId="{B5107858-B81E-4B95-9890-B50FFA8844BA}">
      <dgm:prSet/>
      <dgm:spPr/>
      <dgm:t>
        <a:bodyPr/>
        <a:lstStyle/>
        <a:p>
          <a:endParaRPr lang="pt-PT"/>
        </a:p>
      </dgm:t>
    </dgm:pt>
    <dgm:pt modelId="{406F5ED4-ED2C-40EC-BE4C-A3BD6B8BD775}" type="sibTrans" cxnId="{B5107858-B81E-4B95-9890-B50FFA8844BA}">
      <dgm:prSet/>
      <dgm:spPr/>
      <dgm:t>
        <a:bodyPr/>
        <a:lstStyle/>
        <a:p>
          <a:endParaRPr lang="pt-PT"/>
        </a:p>
      </dgm:t>
    </dgm:pt>
    <dgm:pt modelId="{95A004F0-2324-4732-B1E7-DE69688D4B7B}">
      <dgm:prSet phldrT="Add an event" phldr="0"/>
      <dgm:spPr/>
      <dgm:t>
        <a:bodyPr/>
        <a:lstStyle/>
        <a:p>
          <a:pPr>
            <a:defRPr b="1"/>
          </a:pPr>
          <a:r>
            <a:rPr lang="pt-PT" dirty="0"/>
            <a:t>90’s</a:t>
          </a:r>
        </a:p>
      </dgm:t>
    </dgm:pt>
    <dgm:pt modelId="{83C6C93F-E7FA-4AAD-959D-AFFD7A79237F}" type="parTrans" cxnId="{9AB42F51-AE65-475B-BDFB-83A2460F473F}">
      <dgm:prSet/>
      <dgm:spPr/>
      <dgm:t>
        <a:bodyPr/>
        <a:lstStyle/>
        <a:p>
          <a:endParaRPr lang="pt-PT"/>
        </a:p>
      </dgm:t>
    </dgm:pt>
    <dgm:pt modelId="{3BD53CA4-A125-476D-82B4-A2D85D7527C4}" type="sibTrans" cxnId="{9AB42F51-AE65-475B-BDFB-83A2460F473F}">
      <dgm:prSet/>
      <dgm:spPr/>
      <dgm:t>
        <a:bodyPr/>
        <a:lstStyle/>
        <a:p>
          <a:endParaRPr lang="pt-PT"/>
        </a:p>
      </dgm:t>
    </dgm:pt>
    <dgm:pt modelId="{75232D2E-8472-4EA7-9317-8293EB9F8E5D}">
      <dgm:prSet phldrT="Add an event" phldr="0"/>
      <dgm:spPr/>
      <dgm:t>
        <a:bodyPr/>
        <a:lstStyle/>
        <a:p>
          <a:pPr>
            <a:defRPr b="1"/>
          </a:pPr>
          <a:r>
            <a:rPr lang="pt-PT" dirty="0"/>
            <a:t>2000’s</a:t>
          </a:r>
        </a:p>
      </dgm:t>
    </dgm:pt>
    <dgm:pt modelId="{1A77706C-08D7-4226-95D3-8EAFEE1D9F61}" type="parTrans" cxnId="{2E53FC4D-3EC0-4B34-B522-BDF7DAE59BC7}">
      <dgm:prSet/>
      <dgm:spPr/>
      <dgm:t>
        <a:bodyPr/>
        <a:lstStyle/>
        <a:p>
          <a:endParaRPr lang="pt-PT"/>
        </a:p>
      </dgm:t>
    </dgm:pt>
    <dgm:pt modelId="{C0404E7A-4258-42B8-98BA-F7345E50A812}" type="sibTrans" cxnId="{2E53FC4D-3EC0-4B34-B522-BDF7DAE59BC7}">
      <dgm:prSet/>
      <dgm:spPr/>
      <dgm:t>
        <a:bodyPr/>
        <a:lstStyle/>
        <a:p>
          <a:endParaRPr lang="pt-PT"/>
        </a:p>
      </dgm:t>
    </dgm:pt>
    <dgm:pt modelId="{4F917E99-67CF-4B59-8994-D84AA3C943CD}" type="pres">
      <dgm:prSet presAssocID="{8136A58B-A1A9-4EF6-A35B-3B2BEC329E19}" presName="root" presStyleCnt="0">
        <dgm:presLayoutVars>
          <dgm:dir/>
          <dgm:animLvl val="lvl"/>
        </dgm:presLayoutVars>
      </dgm:prSet>
      <dgm:spPr/>
    </dgm:pt>
    <dgm:pt modelId="{3D59B601-4BF6-4F6C-B3C6-423857E03804}" type="pres">
      <dgm:prSet presAssocID="{8136A58B-A1A9-4EF6-A35B-3B2BEC329E19}" presName="divider" presStyleCnt="0"/>
      <dgm:spPr/>
    </dgm:pt>
    <dgm:pt modelId="{7CBE5EFC-BCE5-400F-9F2D-EA5A46204E23}" type="pres">
      <dgm:prSet presAssocID="{8136A58B-A1A9-4EF6-A35B-3B2BEC329E19}" presName="rectBar" presStyleLbl="dkBgShp" presStyleIdx="0" presStyleCnt="6"/>
      <dgm:spPr>
        <a:gradFill rotWithShape="0">
          <a:gsLst>
            <a:gs pos="0">
              <a:schemeClr val="accent1">
                <a:tint val="76000"/>
              </a:schemeClr>
            </a:gs>
            <a:gs pos="100000">
              <a:schemeClr val="accent1">
                <a:tint val="76000"/>
              </a:schemeClr>
            </a:gs>
          </a:gsLst>
          <a:lin ang="0" scaled="0"/>
        </a:gradFill>
        <a:ln>
          <a:noFill/>
        </a:ln>
        <a:effectLst/>
      </dgm:spPr>
    </dgm:pt>
    <dgm:pt modelId="{086B0833-20F6-491F-83DF-87CD991A1F3B}" type="pres">
      <dgm:prSet presAssocID="{8136A58B-A1A9-4EF6-A35B-3B2BEC329E19}" presName="chevronArrow" presStyleLbl="dkBgShp" presStyleIdx="1" presStyleCnt="6"/>
      <dgm:spPr>
        <a:gradFill rotWithShape="0">
          <a:gsLst>
            <a:gs pos="0">
              <a:schemeClr val="accent1">
                <a:tint val="76000"/>
              </a:schemeClr>
            </a:gs>
            <a:gs pos="100000">
              <a:schemeClr val="accent1">
                <a:tint val="76000"/>
              </a:schemeClr>
            </a:gs>
          </a:gsLst>
          <a:lin ang="0" scaled="0"/>
        </a:gradFill>
        <a:ln>
          <a:noFill/>
        </a:ln>
        <a:effectLst/>
      </dgm:spPr>
    </dgm:pt>
    <dgm:pt modelId="{1B41AF3F-9D76-41E0-ACA2-ECCD69D829C1}" type="pres">
      <dgm:prSet presAssocID="{8136A58B-A1A9-4EF6-A35B-3B2BEC329E19}" presName="nodes" presStyleCnt="0">
        <dgm:presLayoutVars>
          <dgm:chMax/>
          <dgm:chPref/>
          <dgm:animLvl val="lvl"/>
        </dgm:presLayoutVars>
      </dgm:prSet>
      <dgm:spPr/>
    </dgm:pt>
    <dgm:pt modelId="{3A4F70ED-1C4E-43D6-AFA3-3682AA913C83}" type="pres">
      <dgm:prSet presAssocID="{631C5515-A08C-462F-9178-C587E2D7CE1B}" presName="composite" presStyleCnt="0"/>
      <dgm:spPr/>
    </dgm:pt>
    <dgm:pt modelId="{1E5B73BB-C6A3-4498-B3AA-BF27446051C4}" type="pres">
      <dgm:prSet presAssocID="{631C5515-A08C-462F-9178-C587E2D7CE1B}" presName="DropPinPlaceHolder" presStyleCnt="0"/>
      <dgm:spPr/>
    </dgm:pt>
    <dgm:pt modelId="{37FDD716-2CDB-46D2-9E78-C7CA56896834}" type="pres">
      <dgm:prSet presAssocID="{631C5515-A08C-462F-9178-C587E2D7CE1B}" presName="DropPin" presStyleLbl="alignNode1" presStyleIdx="0" presStyleCnt="4"/>
      <dgm:spPr/>
    </dgm:pt>
    <dgm:pt modelId="{A3B4E973-D99B-43A5-8EAD-BAEA3200C9AE}" type="pres">
      <dgm:prSet presAssocID="{631C5515-A08C-462F-9178-C587E2D7CE1B}" presName="Ellipse" presStyleLbl="fgAcc1" presStyleIdx="0" presStyleCnt="4"/>
      <dgm:spPr/>
    </dgm:pt>
    <dgm:pt modelId="{E5AD299B-0C05-4AD2-B864-5D4A2158BFC2}" type="pres">
      <dgm:prSet presAssocID="{631C5515-A08C-462F-9178-C587E2D7CE1B}" presName="L2TextContainer" presStyleLbl="revTx" presStyleIdx="0" presStyleCnt="8">
        <dgm:presLayoutVars>
          <dgm:bulletEnabled val="1"/>
        </dgm:presLayoutVars>
      </dgm:prSet>
      <dgm:spPr/>
    </dgm:pt>
    <dgm:pt modelId="{D6390AC5-BA75-476B-87ED-FBB8D6761D61}" type="pres">
      <dgm:prSet presAssocID="{631C5515-A08C-462F-9178-C587E2D7CE1B}" presName="L1TextContainer" presStyleLbl="revTx" presStyleIdx="1" presStyleCnt="8">
        <dgm:presLayoutVars>
          <dgm:chMax val="1"/>
          <dgm:chPref val="1"/>
          <dgm:bulletEnabled val="1"/>
        </dgm:presLayoutVars>
      </dgm:prSet>
      <dgm:spPr/>
    </dgm:pt>
    <dgm:pt modelId="{A0C0C91D-58B3-477B-A03F-21A05E77AF96}" type="pres">
      <dgm:prSet presAssocID="{631C5515-A08C-462F-9178-C587E2D7CE1B}" presName="ConnectLine" presStyleLbl="dkBgShp" presStyleIdx="2" presStyleCnt="6"/>
      <dgm:spPr/>
    </dgm:pt>
    <dgm:pt modelId="{D235681F-9E4F-464A-ADB4-7F281FD1C500}" type="pres">
      <dgm:prSet presAssocID="{631C5515-A08C-462F-9178-C587E2D7CE1B}" presName="ConnectorPoint" presStyleCnt="0"/>
      <dgm:spPr/>
    </dgm:pt>
    <dgm:pt modelId="{679725D2-4F14-41E8-9C03-ECC726383746}" type="pres">
      <dgm:prSet presAssocID="{631C5515-A08C-462F-9178-C587E2D7CE1B}" presName="Bullet" presStyleLbl="lnNode1" presStyleIdx="0" presStyleCnt="4"/>
      <dgm:spPr/>
    </dgm:pt>
    <dgm:pt modelId="{ED1199C6-5056-497F-B56F-499530CCA29F}" type="pres">
      <dgm:prSet presAssocID="{631C5515-A08C-462F-9178-C587E2D7CE1B}" presName="EmptyPlaceHolder" presStyleCnt="0"/>
      <dgm:spPr/>
    </dgm:pt>
    <dgm:pt modelId="{BBB0E717-2352-41FD-9B48-EC312529C34A}" type="pres">
      <dgm:prSet presAssocID="{035FE469-6336-428E-9E32-EBB4CBA2C0B6}" presName="spaceBetweenRectangles" presStyleCnt="0"/>
      <dgm:spPr/>
    </dgm:pt>
    <dgm:pt modelId="{DE706CD5-B52F-4A31-8EA4-D59C8A45A70D}" type="pres">
      <dgm:prSet presAssocID="{95A004F0-2324-4732-B1E7-DE69688D4B7B}" presName="composite" presStyleCnt="0"/>
      <dgm:spPr/>
    </dgm:pt>
    <dgm:pt modelId="{7298DE06-5BC4-49BC-BA3A-94DCFA1F3DE0}" type="pres">
      <dgm:prSet presAssocID="{95A004F0-2324-4732-B1E7-DE69688D4B7B}" presName="DropPinPlaceHolder" presStyleCnt="0"/>
      <dgm:spPr/>
    </dgm:pt>
    <dgm:pt modelId="{FBB0670B-F98A-49AE-89FE-AEC2B397074E}" type="pres">
      <dgm:prSet presAssocID="{95A004F0-2324-4732-B1E7-DE69688D4B7B}" presName="DropPin" presStyleLbl="alignNode1" presStyleIdx="1" presStyleCnt="4"/>
      <dgm:spPr/>
    </dgm:pt>
    <dgm:pt modelId="{104CB159-035B-4282-87DB-D734BDC5596A}" type="pres">
      <dgm:prSet presAssocID="{95A004F0-2324-4732-B1E7-DE69688D4B7B}" presName="Ellipse" presStyleLbl="fgAcc1" presStyleIdx="1" presStyleCnt="4"/>
      <dgm:spPr/>
    </dgm:pt>
    <dgm:pt modelId="{B77490F7-38B1-4EC2-92CB-4DDE0ED9CA03}" type="pres">
      <dgm:prSet presAssocID="{95A004F0-2324-4732-B1E7-DE69688D4B7B}" presName="L2TextContainer" presStyleLbl="revTx" presStyleIdx="2" presStyleCnt="8">
        <dgm:presLayoutVars>
          <dgm:bulletEnabled val="1"/>
        </dgm:presLayoutVars>
      </dgm:prSet>
      <dgm:spPr/>
    </dgm:pt>
    <dgm:pt modelId="{61F2B01C-B231-4173-98F7-4025AC25DE2A}" type="pres">
      <dgm:prSet presAssocID="{95A004F0-2324-4732-B1E7-DE69688D4B7B}" presName="L1TextContainer" presStyleLbl="revTx" presStyleIdx="3" presStyleCnt="8">
        <dgm:presLayoutVars>
          <dgm:chMax val="1"/>
          <dgm:chPref val="1"/>
          <dgm:bulletEnabled val="1"/>
        </dgm:presLayoutVars>
      </dgm:prSet>
      <dgm:spPr/>
    </dgm:pt>
    <dgm:pt modelId="{BFDB5BEC-CCF0-4EF5-A380-57E62FABFD94}" type="pres">
      <dgm:prSet presAssocID="{95A004F0-2324-4732-B1E7-DE69688D4B7B}" presName="ConnectLine" presStyleLbl="dkBgShp" presStyleIdx="3" presStyleCnt="6"/>
      <dgm:spPr/>
    </dgm:pt>
    <dgm:pt modelId="{96E4B3A1-0EC0-4137-A8DB-34333F2D6D66}" type="pres">
      <dgm:prSet presAssocID="{95A004F0-2324-4732-B1E7-DE69688D4B7B}" presName="ConnectorPoint" presStyleCnt="0"/>
      <dgm:spPr/>
    </dgm:pt>
    <dgm:pt modelId="{282D5F7C-2DF8-4A35-955E-A3D4FF911947}" type="pres">
      <dgm:prSet presAssocID="{95A004F0-2324-4732-B1E7-DE69688D4B7B}" presName="Bullet" presStyleLbl="lnNode1" presStyleIdx="1" presStyleCnt="4"/>
      <dgm:spPr/>
    </dgm:pt>
    <dgm:pt modelId="{062FFD9D-C9BB-49AE-A7B8-9ED2C5CF4B78}" type="pres">
      <dgm:prSet presAssocID="{95A004F0-2324-4732-B1E7-DE69688D4B7B}" presName="EmptyPlaceHolder" presStyleCnt="0"/>
      <dgm:spPr/>
    </dgm:pt>
    <dgm:pt modelId="{DD619945-77AD-47A3-B902-B606BFE0520E}" type="pres">
      <dgm:prSet presAssocID="{3BD53CA4-A125-476D-82B4-A2D85D7527C4}" presName="spaceBetweenRectangles" presStyleCnt="0"/>
      <dgm:spPr/>
    </dgm:pt>
    <dgm:pt modelId="{2512BC8F-0D25-4BD6-B206-6EFF8A6131BF}" type="pres">
      <dgm:prSet presAssocID="{75232D2E-8472-4EA7-9317-8293EB9F8E5D}" presName="composite" presStyleCnt="0"/>
      <dgm:spPr/>
    </dgm:pt>
    <dgm:pt modelId="{11BF8D2B-CF84-48B1-A264-4CC023BEF7C7}" type="pres">
      <dgm:prSet presAssocID="{75232D2E-8472-4EA7-9317-8293EB9F8E5D}" presName="DropPinPlaceHolder" presStyleCnt="0"/>
      <dgm:spPr/>
    </dgm:pt>
    <dgm:pt modelId="{5328E391-A6C7-4231-A0C6-02DEFE5E97BC}" type="pres">
      <dgm:prSet presAssocID="{75232D2E-8472-4EA7-9317-8293EB9F8E5D}" presName="DropPin" presStyleLbl="alignNode1" presStyleIdx="2" presStyleCnt="4"/>
      <dgm:spPr/>
    </dgm:pt>
    <dgm:pt modelId="{A111FCE8-70E2-4DF7-A739-194C62176E93}" type="pres">
      <dgm:prSet presAssocID="{75232D2E-8472-4EA7-9317-8293EB9F8E5D}" presName="Ellipse" presStyleLbl="fgAcc1" presStyleIdx="2" presStyleCnt="4"/>
      <dgm:spPr/>
    </dgm:pt>
    <dgm:pt modelId="{C5735D77-C766-491D-991A-5961631EC41D}" type="pres">
      <dgm:prSet presAssocID="{75232D2E-8472-4EA7-9317-8293EB9F8E5D}" presName="L2TextContainer" presStyleLbl="revTx" presStyleIdx="4" presStyleCnt="8">
        <dgm:presLayoutVars>
          <dgm:bulletEnabled val="1"/>
        </dgm:presLayoutVars>
      </dgm:prSet>
      <dgm:spPr/>
    </dgm:pt>
    <dgm:pt modelId="{EA837B58-6E8B-4030-8BAF-CA1814F1C886}" type="pres">
      <dgm:prSet presAssocID="{75232D2E-8472-4EA7-9317-8293EB9F8E5D}" presName="L1TextContainer" presStyleLbl="revTx" presStyleIdx="5" presStyleCnt="8">
        <dgm:presLayoutVars>
          <dgm:chMax val="1"/>
          <dgm:chPref val="1"/>
          <dgm:bulletEnabled val="1"/>
        </dgm:presLayoutVars>
      </dgm:prSet>
      <dgm:spPr/>
    </dgm:pt>
    <dgm:pt modelId="{12354143-5173-4235-9D60-D6E7B660AF23}" type="pres">
      <dgm:prSet presAssocID="{75232D2E-8472-4EA7-9317-8293EB9F8E5D}" presName="ConnectLine" presStyleLbl="dkBgShp" presStyleIdx="4" presStyleCnt="6"/>
      <dgm:spPr/>
    </dgm:pt>
    <dgm:pt modelId="{F9EF4AAC-28E3-467B-A95D-22452B0BB996}" type="pres">
      <dgm:prSet presAssocID="{75232D2E-8472-4EA7-9317-8293EB9F8E5D}" presName="ConnectorPoint" presStyleCnt="0"/>
      <dgm:spPr/>
    </dgm:pt>
    <dgm:pt modelId="{A3CD43DD-F506-4E2B-97FF-A406A714CC55}" type="pres">
      <dgm:prSet presAssocID="{75232D2E-8472-4EA7-9317-8293EB9F8E5D}" presName="Bullet" presStyleLbl="lnNode1" presStyleIdx="2" presStyleCnt="4"/>
      <dgm:spPr/>
    </dgm:pt>
    <dgm:pt modelId="{305E3254-53FF-4676-9187-630E1084F470}" type="pres">
      <dgm:prSet presAssocID="{75232D2E-8472-4EA7-9317-8293EB9F8E5D}" presName="EmptyPlaceHolder" presStyleCnt="0"/>
      <dgm:spPr/>
    </dgm:pt>
    <dgm:pt modelId="{1A12BA00-2095-4D9A-BCA4-3971BD30FD5E}" type="pres">
      <dgm:prSet presAssocID="{C0404E7A-4258-42B8-98BA-F7345E50A812}" presName="spaceBetweenRectangles" presStyleCnt="0"/>
      <dgm:spPr/>
    </dgm:pt>
    <dgm:pt modelId="{DD3053C1-9BD1-4574-BF91-3C56BC7D560A}" type="pres">
      <dgm:prSet presAssocID="{9BCCDA5E-5E63-4DD3-8615-25D8FBCA75D4}" presName="composite" presStyleCnt="0"/>
      <dgm:spPr/>
    </dgm:pt>
    <dgm:pt modelId="{9FB7538D-2F49-4BC3-A141-222C1FBA28E2}" type="pres">
      <dgm:prSet presAssocID="{9BCCDA5E-5E63-4DD3-8615-25D8FBCA75D4}" presName="DropPinPlaceHolder" presStyleCnt="0"/>
      <dgm:spPr/>
    </dgm:pt>
    <dgm:pt modelId="{87557A5C-B9B3-4964-99A4-F939CB8AB93F}" type="pres">
      <dgm:prSet presAssocID="{9BCCDA5E-5E63-4DD3-8615-25D8FBCA75D4}" presName="DropPin" presStyleLbl="alignNode1" presStyleIdx="3" presStyleCnt="4"/>
      <dgm:spPr/>
    </dgm:pt>
    <dgm:pt modelId="{B1CA626D-8615-484A-8377-7EEE7CA8F0CD}" type="pres">
      <dgm:prSet presAssocID="{9BCCDA5E-5E63-4DD3-8615-25D8FBCA75D4}" presName="Ellipse" presStyleLbl="fgAcc1" presStyleIdx="3" presStyleCnt="4"/>
      <dgm:spPr/>
    </dgm:pt>
    <dgm:pt modelId="{438DD281-283B-4227-91CF-E7C73E22F2C6}" type="pres">
      <dgm:prSet presAssocID="{9BCCDA5E-5E63-4DD3-8615-25D8FBCA75D4}" presName="L2TextContainer" presStyleLbl="revTx" presStyleIdx="6" presStyleCnt="8">
        <dgm:presLayoutVars>
          <dgm:bulletEnabled val="1"/>
        </dgm:presLayoutVars>
      </dgm:prSet>
      <dgm:spPr/>
    </dgm:pt>
    <dgm:pt modelId="{AB97710B-AE7A-4965-A1B3-021E26291F45}" type="pres">
      <dgm:prSet presAssocID="{9BCCDA5E-5E63-4DD3-8615-25D8FBCA75D4}" presName="L1TextContainer" presStyleLbl="revTx" presStyleIdx="7" presStyleCnt="8">
        <dgm:presLayoutVars>
          <dgm:chMax val="1"/>
          <dgm:chPref val="1"/>
          <dgm:bulletEnabled val="1"/>
        </dgm:presLayoutVars>
      </dgm:prSet>
      <dgm:spPr/>
    </dgm:pt>
    <dgm:pt modelId="{9F585584-C069-4CBD-983F-129E0361E02B}" type="pres">
      <dgm:prSet presAssocID="{9BCCDA5E-5E63-4DD3-8615-25D8FBCA75D4}" presName="ConnectLine" presStyleLbl="dkBgShp" presStyleIdx="5" presStyleCnt="6"/>
      <dgm:spPr/>
    </dgm:pt>
    <dgm:pt modelId="{03D67712-E014-4115-A432-DB9F9349D442}" type="pres">
      <dgm:prSet presAssocID="{9BCCDA5E-5E63-4DD3-8615-25D8FBCA75D4}" presName="ConnectorPoint" presStyleCnt="0"/>
      <dgm:spPr/>
    </dgm:pt>
    <dgm:pt modelId="{2B0D52E9-ECBD-42EA-BAAE-52642123C070}" type="pres">
      <dgm:prSet presAssocID="{9BCCDA5E-5E63-4DD3-8615-25D8FBCA75D4}" presName="Bullet" presStyleLbl="lnNode1" presStyleIdx="3" presStyleCnt="4"/>
      <dgm:spPr/>
    </dgm:pt>
    <dgm:pt modelId="{9C97A468-9481-44DA-89A0-E2CF2DBDB726}" type="pres">
      <dgm:prSet presAssocID="{9BCCDA5E-5E63-4DD3-8615-25D8FBCA75D4}" presName="EmptyPlaceHolder" presStyleCnt="0"/>
      <dgm:spPr/>
    </dgm:pt>
  </dgm:ptLst>
  <dgm:cxnLst>
    <dgm:cxn modelId="{FC8EF805-BF83-43DD-892E-054382F847D2}" srcId="{8136A58B-A1A9-4EF6-A35B-3B2BEC329E19}" destId="{9BCCDA5E-5E63-4DD3-8615-25D8FBCA75D4}" srcOrd="3" destOrd="0" parTransId="{9C3DF433-067D-40FA-AC4D-461F36E2B278}" sibTransId="{A715618A-0885-49ED-B2F5-35733FB7452E}"/>
    <dgm:cxn modelId="{B59C501C-AFF4-4915-B2B9-2611C1089EB9}" type="presOf" srcId="{95A004F0-2324-4732-B1E7-DE69688D4B7B}" destId="{61F2B01C-B231-4173-98F7-4025AC25DE2A}" srcOrd="0" destOrd="0" presId="urn:microsoft.com/office/officeart/2024/layout/BulletTimeline"/>
    <dgm:cxn modelId="{158DE91C-8E71-4D7D-A958-B41D19EC0CA0}" srcId="{631C5515-A08C-462F-9178-C587E2D7CE1B}" destId="{67DC6101-BC36-4BD6-949C-911BB759F7B0}" srcOrd="0" destOrd="0" parTransId="{37D981B8-D41A-43C6-B9BC-E860B5312A55}" sibTransId="{63FA4DEB-DB1B-47BD-AF14-E3568DD214CB}"/>
    <dgm:cxn modelId="{B0C54835-0B22-4A3E-BC46-251ED6FC03CC}" type="presOf" srcId="{1F3D80BD-539A-4195-B768-8145E6229211}" destId="{B77490F7-38B1-4EC2-92CB-4DDE0ED9CA03}" srcOrd="0" destOrd="0" presId="urn:microsoft.com/office/officeart/2024/layout/BulletTimeline"/>
    <dgm:cxn modelId="{2E53FC4D-3EC0-4B34-B522-BDF7DAE59BC7}" srcId="{8136A58B-A1A9-4EF6-A35B-3B2BEC329E19}" destId="{75232D2E-8472-4EA7-9317-8293EB9F8E5D}" srcOrd="2" destOrd="0" parTransId="{1A77706C-08D7-4226-95D3-8EAFEE1D9F61}" sibTransId="{C0404E7A-4258-42B8-98BA-F7345E50A812}"/>
    <dgm:cxn modelId="{B2F0306F-060D-437B-8B8E-834D04B12A79}" type="presOf" srcId="{46E30D9C-2F31-45C6-AB1A-884C155FFCB3}" destId="{438DD281-283B-4227-91CF-E7C73E22F2C6}" srcOrd="0" destOrd="0" presId="urn:microsoft.com/office/officeart/2024/layout/BulletTimeline"/>
    <dgm:cxn modelId="{DCCAF24F-0BCE-4D12-AD2E-1B847CECDA1A}" type="presOf" srcId="{3C5EDB6C-AD31-4DF5-83A8-46C06E121300}" destId="{C5735D77-C766-491D-991A-5961631EC41D}" srcOrd="0" destOrd="0" presId="urn:microsoft.com/office/officeart/2024/layout/BulletTimeline"/>
    <dgm:cxn modelId="{9AB42F51-AE65-475B-BDFB-83A2460F473F}" srcId="{8136A58B-A1A9-4EF6-A35B-3B2BEC329E19}" destId="{95A004F0-2324-4732-B1E7-DE69688D4B7B}" srcOrd="1" destOrd="0" parTransId="{83C6C93F-E7FA-4AAD-959D-AFFD7A79237F}" sibTransId="{3BD53CA4-A125-476D-82B4-A2D85D7527C4}"/>
    <dgm:cxn modelId="{D1F4CA51-F8FF-4DE0-862A-D593B84EB585}" type="presOf" srcId="{8136A58B-A1A9-4EF6-A35B-3B2BEC329E19}" destId="{4F917E99-67CF-4B59-8994-D84AA3C943CD}" srcOrd="0" destOrd="0" presId="urn:microsoft.com/office/officeart/2024/layout/BulletTimeline"/>
    <dgm:cxn modelId="{B5107858-B81E-4B95-9890-B50FFA8844BA}" srcId="{9BCCDA5E-5E63-4DD3-8615-25D8FBCA75D4}" destId="{46E30D9C-2F31-45C6-AB1A-884C155FFCB3}" srcOrd="0" destOrd="0" parTransId="{79AAF068-ADF0-4161-8B58-62FC9244363F}" sibTransId="{406F5ED4-ED2C-40EC-BE4C-A3BD6B8BD775}"/>
    <dgm:cxn modelId="{79C0A8AF-7D6A-45AE-ADFF-07D05E62B942}" type="presOf" srcId="{75232D2E-8472-4EA7-9317-8293EB9F8E5D}" destId="{EA837B58-6E8B-4030-8BAF-CA1814F1C886}" srcOrd="0" destOrd="0" presId="urn:microsoft.com/office/officeart/2024/layout/BulletTimeline"/>
    <dgm:cxn modelId="{3C9151B6-CA2A-4228-8D9B-2C8DEC7BDDD7}" type="presOf" srcId="{9BCCDA5E-5E63-4DD3-8615-25D8FBCA75D4}" destId="{AB97710B-AE7A-4965-A1B3-021E26291F45}" srcOrd="0" destOrd="0" presId="urn:microsoft.com/office/officeart/2024/layout/BulletTimeline"/>
    <dgm:cxn modelId="{6E91C2BB-A6C6-43F6-B25A-6F5B140D8DFA}" type="presOf" srcId="{67DC6101-BC36-4BD6-949C-911BB759F7B0}" destId="{E5AD299B-0C05-4AD2-B864-5D4A2158BFC2}" srcOrd="0" destOrd="0" presId="urn:microsoft.com/office/officeart/2024/layout/BulletTimeline"/>
    <dgm:cxn modelId="{280B18CE-12BB-4029-A585-D12360D80778}" srcId="{75232D2E-8472-4EA7-9317-8293EB9F8E5D}" destId="{3C5EDB6C-AD31-4DF5-83A8-46C06E121300}" srcOrd="0" destOrd="0" parTransId="{1EA997CA-AE00-4291-8E62-A590731FDA8D}" sibTransId="{EF971527-80F0-433C-8169-1BAB57B4BC75}"/>
    <dgm:cxn modelId="{0B6783DD-11AA-4E18-953A-62744C2EEE6A}" srcId="{95A004F0-2324-4732-B1E7-DE69688D4B7B}" destId="{1F3D80BD-539A-4195-B768-8145E6229211}" srcOrd="0" destOrd="0" parTransId="{5C370F1C-6542-40AB-8E97-7705BBAC8505}" sibTransId="{52405485-9D05-45E9-AD5E-B358DB3EE5FB}"/>
    <dgm:cxn modelId="{316379EE-A3C3-4E66-B9A2-D527C4571E61}" type="presOf" srcId="{631C5515-A08C-462F-9178-C587E2D7CE1B}" destId="{D6390AC5-BA75-476B-87ED-FBB8D6761D61}" srcOrd="0" destOrd="0" presId="urn:microsoft.com/office/officeart/2024/layout/BulletTimeline"/>
    <dgm:cxn modelId="{455C50F8-BE62-4BE1-96D4-D17298BD8351}" srcId="{8136A58B-A1A9-4EF6-A35B-3B2BEC329E19}" destId="{631C5515-A08C-462F-9178-C587E2D7CE1B}" srcOrd="0" destOrd="0" parTransId="{22297083-9833-4B3A-9712-729B5AF781AB}" sibTransId="{035FE469-6336-428E-9E32-EBB4CBA2C0B6}"/>
    <dgm:cxn modelId="{D33A8EF6-B141-446E-8CA8-24F98B7357CF}" type="presParOf" srcId="{4F917E99-67CF-4B59-8994-D84AA3C943CD}" destId="{3D59B601-4BF6-4F6C-B3C6-423857E03804}" srcOrd="0" destOrd="0" presId="urn:microsoft.com/office/officeart/2024/layout/BulletTimeline"/>
    <dgm:cxn modelId="{D0D4466F-0692-4FFF-8FBE-D8A9C3E714F2}" type="presParOf" srcId="{3D59B601-4BF6-4F6C-B3C6-423857E03804}" destId="{7CBE5EFC-BCE5-400F-9F2D-EA5A46204E23}" srcOrd="0" destOrd="0" presId="urn:microsoft.com/office/officeart/2024/layout/BulletTimeline"/>
    <dgm:cxn modelId="{F3794B7B-2CAD-429D-965E-CCDF166387A1}" type="presParOf" srcId="{3D59B601-4BF6-4F6C-B3C6-423857E03804}" destId="{086B0833-20F6-491F-83DF-87CD991A1F3B}" srcOrd="1" destOrd="0" presId="urn:microsoft.com/office/officeart/2024/layout/BulletTimeline"/>
    <dgm:cxn modelId="{CA05E13F-F6BD-4C25-B647-2FE20224EC21}" type="presParOf" srcId="{4F917E99-67CF-4B59-8994-D84AA3C943CD}" destId="{1B41AF3F-9D76-41E0-ACA2-ECCD69D829C1}" srcOrd="1" destOrd="0" presId="urn:microsoft.com/office/officeart/2024/layout/BulletTimeline"/>
    <dgm:cxn modelId="{AC59F210-2F2C-4FEA-88D3-13083EAA08BA}" type="presParOf" srcId="{1B41AF3F-9D76-41E0-ACA2-ECCD69D829C1}" destId="{3A4F70ED-1C4E-43D6-AFA3-3682AA913C83}" srcOrd="0" destOrd="0" presId="urn:microsoft.com/office/officeart/2024/layout/BulletTimeline"/>
    <dgm:cxn modelId="{2F1A206C-DDF5-4F41-9193-6A784C0EAF8B}" type="presParOf" srcId="{3A4F70ED-1C4E-43D6-AFA3-3682AA913C83}" destId="{1E5B73BB-C6A3-4498-B3AA-BF27446051C4}" srcOrd="0" destOrd="0" presId="urn:microsoft.com/office/officeart/2024/layout/BulletTimeline"/>
    <dgm:cxn modelId="{7C449453-967B-4CF3-91E4-62842792F57A}" type="presParOf" srcId="{1E5B73BB-C6A3-4498-B3AA-BF27446051C4}" destId="{37FDD716-2CDB-46D2-9E78-C7CA56896834}" srcOrd="0" destOrd="0" presId="urn:microsoft.com/office/officeart/2024/layout/BulletTimeline"/>
    <dgm:cxn modelId="{51D30B83-D4CD-49C4-800B-D3A559CF114D}" type="presParOf" srcId="{1E5B73BB-C6A3-4498-B3AA-BF27446051C4}" destId="{A3B4E973-D99B-43A5-8EAD-BAEA3200C9AE}" srcOrd="1" destOrd="0" presId="urn:microsoft.com/office/officeart/2024/layout/BulletTimeline"/>
    <dgm:cxn modelId="{2F69EEAB-68CF-441C-B9CC-4605D34CD9B3}" type="presParOf" srcId="{3A4F70ED-1C4E-43D6-AFA3-3682AA913C83}" destId="{E5AD299B-0C05-4AD2-B864-5D4A2158BFC2}" srcOrd="1" destOrd="0" presId="urn:microsoft.com/office/officeart/2024/layout/BulletTimeline"/>
    <dgm:cxn modelId="{3A21E794-779B-4C23-8D98-CF5578E96C47}" type="presParOf" srcId="{3A4F70ED-1C4E-43D6-AFA3-3682AA913C83}" destId="{D6390AC5-BA75-476B-87ED-FBB8D6761D61}" srcOrd="2" destOrd="0" presId="urn:microsoft.com/office/officeart/2024/layout/BulletTimeline"/>
    <dgm:cxn modelId="{F7EFDDE4-92DB-4EBA-BFE8-F4197E9DFA0D}" type="presParOf" srcId="{3A4F70ED-1C4E-43D6-AFA3-3682AA913C83}" destId="{A0C0C91D-58B3-477B-A03F-21A05E77AF96}" srcOrd="3" destOrd="0" presId="urn:microsoft.com/office/officeart/2024/layout/BulletTimeline"/>
    <dgm:cxn modelId="{7BAA260E-4668-422D-9BFC-00D80EBF6101}" type="presParOf" srcId="{3A4F70ED-1C4E-43D6-AFA3-3682AA913C83}" destId="{D235681F-9E4F-464A-ADB4-7F281FD1C500}" srcOrd="4" destOrd="0" presId="urn:microsoft.com/office/officeart/2024/layout/BulletTimeline"/>
    <dgm:cxn modelId="{9B9BFBA4-036C-4CE1-9967-786C72D3C818}" type="presParOf" srcId="{D235681F-9E4F-464A-ADB4-7F281FD1C500}" destId="{679725D2-4F14-41E8-9C03-ECC726383746}" srcOrd="0" destOrd="0" presId="urn:microsoft.com/office/officeart/2024/layout/BulletTimeline"/>
    <dgm:cxn modelId="{8F0CF910-64C3-49B7-A6C9-B306BBAC9B6B}" type="presParOf" srcId="{3A4F70ED-1C4E-43D6-AFA3-3682AA913C83}" destId="{ED1199C6-5056-497F-B56F-499530CCA29F}" srcOrd="5" destOrd="0" presId="urn:microsoft.com/office/officeart/2024/layout/BulletTimeline"/>
    <dgm:cxn modelId="{D8C3C06E-9093-48E7-BDA7-7B204A4E8B5B}" type="presParOf" srcId="{1B41AF3F-9D76-41E0-ACA2-ECCD69D829C1}" destId="{BBB0E717-2352-41FD-9B48-EC312529C34A}" srcOrd="1" destOrd="0" presId="urn:microsoft.com/office/officeart/2024/layout/BulletTimeline"/>
    <dgm:cxn modelId="{2F50C85B-83A6-43FC-91B6-61CAE32EA4B4}" type="presParOf" srcId="{1B41AF3F-9D76-41E0-ACA2-ECCD69D829C1}" destId="{DE706CD5-B52F-4A31-8EA4-D59C8A45A70D}" srcOrd="2" destOrd="0" presId="urn:microsoft.com/office/officeart/2024/layout/BulletTimeline"/>
    <dgm:cxn modelId="{72D43061-8DC1-4180-9C6D-6667F6F12D47}" type="presParOf" srcId="{DE706CD5-B52F-4A31-8EA4-D59C8A45A70D}" destId="{7298DE06-5BC4-49BC-BA3A-94DCFA1F3DE0}" srcOrd="0" destOrd="0" presId="urn:microsoft.com/office/officeart/2024/layout/BulletTimeline"/>
    <dgm:cxn modelId="{01898366-A5F6-426F-91A6-430417D1133D}" type="presParOf" srcId="{7298DE06-5BC4-49BC-BA3A-94DCFA1F3DE0}" destId="{FBB0670B-F98A-49AE-89FE-AEC2B397074E}" srcOrd="0" destOrd="0" presId="urn:microsoft.com/office/officeart/2024/layout/BulletTimeline"/>
    <dgm:cxn modelId="{10F000E2-702D-4024-8731-256F15328BA7}" type="presParOf" srcId="{7298DE06-5BC4-49BC-BA3A-94DCFA1F3DE0}" destId="{104CB159-035B-4282-87DB-D734BDC5596A}" srcOrd="1" destOrd="0" presId="urn:microsoft.com/office/officeart/2024/layout/BulletTimeline"/>
    <dgm:cxn modelId="{05E90FA0-37C6-4E69-A141-D044AB1D4D99}" type="presParOf" srcId="{DE706CD5-B52F-4A31-8EA4-D59C8A45A70D}" destId="{B77490F7-38B1-4EC2-92CB-4DDE0ED9CA03}" srcOrd="1" destOrd="0" presId="urn:microsoft.com/office/officeart/2024/layout/BulletTimeline"/>
    <dgm:cxn modelId="{426AAF21-14D8-4648-B28C-4E757BB5A046}" type="presParOf" srcId="{DE706CD5-B52F-4A31-8EA4-D59C8A45A70D}" destId="{61F2B01C-B231-4173-98F7-4025AC25DE2A}" srcOrd="2" destOrd="0" presId="urn:microsoft.com/office/officeart/2024/layout/BulletTimeline"/>
    <dgm:cxn modelId="{7FF1BE33-51DB-48DD-BD59-299C69A7C711}" type="presParOf" srcId="{DE706CD5-B52F-4A31-8EA4-D59C8A45A70D}" destId="{BFDB5BEC-CCF0-4EF5-A380-57E62FABFD94}" srcOrd="3" destOrd="0" presId="urn:microsoft.com/office/officeart/2024/layout/BulletTimeline"/>
    <dgm:cxn modelId="{2E9CACBC-3B36-4AE4-9FB1-ED84612478A4}" type="presParOf" srcId="{DE706CD5-B52F-4A31-8EA4-D59C8A45A70D}" destId="{96E4B3A1-0EC0-4137-A8DB-34333F2D6D66}" srcOrd="4" destOrd="0" presId="urn:microsoft.com/office/officeart/2024/layout/BulletTimeline"/>
    <dgm:cxn modelId="{58D047F3-C6C0-46B1-A2F9-D708CED254B4}" type="presParOf" srcId="{96E4B3A1-0EC0-4137-A8DB-34333F2D6D66}" destId="{282D5F7C-2DF8-4A35-955E-A3D4FF911947}" srcOrd="0" destOrd="0" presId="urn:microsoft.com/office/officeart/2024/layout/BulletTimeline"/>
    <dgm:cxn modelId="{895FFBB9-8BBB-48C3-98CF-2BACE0712993}" type="presParOf" srcId="{DE706CD5-B52F-4A31-8EA4-D59C8A45A70D}" destId="{062FFD9D-C9BB-49AE-A7B8-9ED2C5CF4B78}" srcOrd="5" destOrd="0" presId="urn:microsoft.com/office/officeart/2024/layout/BulletTimeline"/>
    <dgm:cxn modelId="{A3945B2E-87CC-4E82-8433-6E5E1B5E6A5D}" type="presParOf" srcId="{1B41AF3F-9D76-41E0-ACA2-ECCD69D829C1}" destId="{DD619945-77AD-47A3-B902-B606BFE0520E}" srcOrd="3" destOrd="0" presId="urn:microsoft.com/office/officeart/2024/layout/BulletTimeline"/>
    <dgm:cxn modelId="{EDB054D5-2740-4365-9EF0-B6177EE58BCA}" type="presParOf" srcId="{1B41AF3F-9D76-41E0-ACA2-ECCD69D829C1}" destId="{2512BC8F-0D25-4BD6-B206-6EFF8A6131BF}" srcOrd="4" destOrd="0" presId="urn:microsoft.com/office/officeart/2024/layout/BulletTimeline"/>
    <dgm:cxn modelId="{FCF4F447-B8DA-45B6-87C0-5DA1E5E15C30}" type="presParOf" srcId="{2512BC8F-0D25-4BD6-B206-6EFF8A6131BF}" destId="{11BF8D2B-CF84-48B1-A264-4CC023BEF7C7}" srcOrd="0" destOrd="0" presId="urn:microsoft.com/office/officeart/2024/layout/BulletTimeline"/>
    <dgm:cxn modelId="{738B07CA-0967-45E2-A191-71E810AED43D}" type="presParOf" srcId="{11BF8D2B-CF84-48B1-A264-4CC023BEF7C7}" destId="{5328E391-A6C7-4231-A0C6-02DEFE5E97BC}" srcOrd="0" destOrd="0" presId="urn:microsoft.com/office/officeart/2024/layout/BulletTimeline"/>
    <dgm:cxn modelId="{B7DFE491-9BA1-4F62-B59A-346CF5E48F4E}" type="presParOf" srcId="{11BF8D2B-CF84-48B1-A264-4CC023BEF7C7}" destId="{A111FCE8-70E2-4DF7-A739-194C62176E93}" srcOrd="1" destOrd="0" presId="urn:microsoft.com/office/officeart/2024/layout/BulletTimeline"/>
    <dgm:cxn modelId="{DA340579-174B-4165-A9F3-AA403A7BEE00}" type="presParOf" srcId="{2512BC8F-0D25-4BD6-B206-6EFF8A6131BF}" destId="{C5735D77-C766-491D-991A-5961631EC41D}" srcOrd="1" destOrd="0" presId="urn:microsoft.com/office/officeart/2024/layout/BulletTimeline"/>
    <dgm:cxn modelId="{E87D1180-BDD5-4F95-8491-8076BCD48C4F}" type="presParOf" srcId="{2512BC8F-0D25-4BD6-B206-6EFF8A6131BF}" destId="{EA837B58-6E8B-4030-8BAF-CA1814F1C886}" srcOrd="2" destOrd="0" presId="urn:microsoft.com/office/officeart/2024/layout/BulletTimeline"/>
    <dgm:cxn modelId="{AAA54129-8350-486B-A689-957DFA96DBAD}" type="presParOf" srcId="{2512BC8F-0D25-4BD6-B206-6EFF8A6131BF}" destId="{12354143-5173-4235-9D60-D6E7B660AF23}" srcOrd="3" destOrd="0" presId="urn:microsoft.com/office/officeart/2024/layout/BulletTimeline"/>
    <dgm:cxn modelId="{08621FB5-B64F-4D30-BD82-FC3C4D9113AD}" type="presParOf" srcId="{2512BC8F-0D25-4BD6-B206-6EFF8A6131BF}" destId="{F9EF4AAC-28E3-467B-A95D-22452B0BB996}" srcOrd="4" destOrd="0" presId="urn:microsoft.com/office/officeart/2024/layout/BulletTimeline"/>
    <dgm:cxn modelId="{047101CE-5A53-4680-A021-44ECBAE87827}" type="presParOf" srcId="{F9EF4AAC-28E3-467B-A95D-22452B0BB996}" destId="{A3CD43DD-F506-4E2B-97FF-A406A714CC55}" srcOrd="0" destOrd="0" presId="urn:microsoft.com/office/officeart/2024/layout/BulletTimeline"/>
    <dgm:cxn modelId="{840CD1FF-759E-4FA7-87E1-BF4B978F0B96}" type="presParOf" srcId="{2512BC8F-0D25-4BD6-B206-6EFF8A6131BF}" destId="{305E3254-53FF-4676-9187-630E1084F470}" srcOrd="5" destOrd="0" presId="urn:microsoft.com/office/officeart/2024/layout/BulletTimeline"/>
    <dgm:cxn modelId="{0D37D002-D049-4F10-8044-84F624EC7F93}" type="presParOf" srcId="{1B41AF3F-9D76-41E0-ACA2-ECCD69D829C1}" destId="{1A12BA00-2095-4D9A-BCA4-3971BD30FD5E}" srcOrd="5" destOrd="0" presId="urn:microsoft.com/office/officeart/2024/layout/BulletTimeline"/>
    <dgm:cxn modelId="{45C1E271-42F9-42B8-B2FD-870F31B2664F}" type="presParOf" srcId="{1B41AF3F-9D76-41E0-ACA2-ECCD69D829C1}" destId="{DD3053C1-9BD1-4574-BF91-3C56BC7D560A}" srcOrd="6" destOrd="0" presId="urn:microsoft.com/office/officeart/2024/layout/BulletTimeline"/>
    <dgm:cxn modelId="{8C89369A-FE97-4726-AF22-D0C3FA9B3D67}" type="presParOf" srcId="{DD3053C1-9BD1-4574-BF91-3C56BC7D560A}" destId="{9FB7538D-2F49-4BC3-A141-222C1FBA28E2}" srcOrd="0" destOrd="0" presId="urn:microsoft.com/office/officeart/2024/layout/BulletTimeline"/>
    <dgm:cxn modelId="{0DABE456-9977-4430-B090-27ECC9FF4C28}" type="presParOf" srcId="{9FB7538D-2F49-4BC3-A141-222C1FBA28E2}" destId="{87557A5C-B9B3-4964-99A4-F939CB8AB93F}" srcOrd="0" destOrd="0" presId="urn:microsoft.com/office/officeart/2024/layout/BulletTimeline"/>
    <dgm:cxn modelId="{AE4EC6FC-5921-4349-867B-D4CB42036E62}" type="presParOf" srcId="{9FB7538D-2F49-4BC3-A141-222C1FBA28E2}" destId="{B1CA626D-8615-484A-8377-7EEE7CA8F0CD}" srcOrd="1" destOrd="0" presId="urn:microsoft.com/office/officeart/2024/layout/BulletTimeline"/>
    <dgm:cxn modelId="{45F8584A-7D84-44B3-B01E-ABDFB318A82A}" type="presParOf" srcId="{DD3053C1-9BD1-4574-BF91-3C56BC7D560A}" destId="{438DD281-283B-4227-91CF-E7C73E22F2C6}" srcOrd="1" destOrd="0" presId="urn:microsoft.com/office/officeart/2024/layout/BulletTimeline"/>
    <dgm:cxn modelId="{229E6A5A-5EEA-44F6-A2C2-1A04A1AC188C}" type="presParOf" srcId="{DD3053C1-9BD1-4574-BF91-3C56BC7D560A}" destId="{AB97710B-AE7A-4965-A1B3-021E26291F45}" srcOrd="2" destOrd="0" presId="urn:microsoft.com/office/officeart/2024/layout/BulletTimeline"/>
    <dgm:cxn modelId="{135FE550-ED00-4162-A36A-272517B071FC}" type="presParOf" srcId="{DD3053C1-9BD1-4574-BF91-3C56BC7D560A}" destId="{9F585584-C069-4CBD-983F-129E0361E02B}" srcOrd="3" destOrd="0" presId="urn:microsoft.com/office/officeart/2024/layout/BulletTimeline"/>
    <dgm:cxn modelId="{3A3CDA91-7567-4758-9551-FF6138BB070F}" type="presParOf" srcId="{DD3053C1-9BD1-4574-BF91-3C56BC7D560A}" destId="{03D67712-E014-4115-A432-DB9F9349D442}" srcOrd="4" destOrd="0" presId="urn:microsoft.com/office/officeart/2024/layout/BulletTimeline"/>
    <dgm:cxn modelId="{56413674-C3D5-4341-91C8-A3C2674CAF20}" type="presParOf" srcId="{03D67712-E014-4115-A432-DB9F9349D442}" destId="{2B0D52E9-ECBD-42EA-BAAE-52642123C070}" srcOrd="0" destOrd="0" presId="urn:microsoft.com/office/officeart/2024/layout/BulletTimeline"/>
    <dgm:cxn modelId="{EDA65DEA-E00A-4AF1-A5D3-6CC82170930E}" type="presParOf" srcId="{DD3053C1-9BD1-4574-BF91-3C56BC7D560A}" destId="{9C97A468-9481-44DA-89A0-E2CF2DBDB726}" srcOrd="5" destOrd="0" presId="urn:microsoft.com/office/officeart/2024/layout/Bullet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BE5EFC-BCE5-400F-9F2D-EA5A46204E23}">
      <dsp:nvSpPr>
        <dsp:cNvPr id="0" name=""/>
        <dsp:cNvSpPr/>
      </dsp:nvSpPr>
      <dsp:spPr>
        <a:xfrm>
          <a:off x="0" y="1487038"/>
          <a:ext cx="11473920" cy="30041"/>
        </a:xfrm>
        <a:prstGeom prst="rect">
          <a:avLst/>
        </a:prstGeom>
        <a:gradFill rotWithShape="0">
          <a:gsLst>
            <a:gs pos="0">
              <a:schemeClr val="accent1">
                <a:tint val="76000"/>
              </a:schemeClr>
            </a:gs>
            <a:gs pos="100000">
              <a:schemeClr val="accent1">
                <a:tint val="76000"/>
              </a:schemeClr>
            </a:gs>
          </a:gsLst>
          <a:lin ang="0" scaled="0"/>
        </a:gradFill>
        <a:ln>
          <a:noFill/>
        </a:ln>
        <a:effectLst/>
      </dsp:spPr>
      <dsp:style>
        <a:lnRef idx="0">
          <a:scrgbClr r="0" g="0" b="0"/>
        </a:lnRef>
        <a:fillRef idx="1">
          <a:scrgbClr r="0" g="0" b="0"/>
        </a:fillRef>
        <a:effectRef idx="0">
          <a:scrgbClr r="0" g="0" b="0"/>
        </a:effectRef>
        <a:fontRef idx="minor"/>
      </dsp:style>
    </dsp:sp>
    <dsp:sp modelId="{086B0833-20F6-491F-83DF-87CD991A1F3B}">
      <dsp:nvSpPr>
        <dsp:cNvPr id="0" name=""/>
        <dsp:cNvSpPr/>
      </dsp:nvSpPr>
      <dsp:spPr>
        <a:xfrm>
          <a:off x="11339752" y="1381894"/>
          <a:ext cx="180247" cy="240329"/>
        </a:xfrm>
        <a:prstGeom prst="chevron">
          <a:avLst>
            <a:gd name="adj" fmla="val 75000"/>
          </a:avLst>
        </a:prstGeom>
        <a:gradFill rotWithShape="0">
          <a:gsLst>
            <a:gs pos="0">
              <a:schemeClr val="accent1">
                <a:tint val="76000"/>
              </a:schemeClr>
            </a:gs>
            <a:gs pos="100000">
              <a:schemeClr val="accent1">
                <a:tint val="76000"/>
              </a:schemeClr>
            </a:gs>
          </a:gsLst>
          <a:lin ang="0" scaled="0"/>
        </a:gradFill>
        <a:ln>
          <a:noFill/>
        </a:ln>
        <a:effectLst/>
      </dsp:spPr>
      <dsp:style>
        <a:lnRef idx="0">
          <a:scrgbClr r="0" g="0" b="0"/>
        </a:lnRef>
        <a:fillRef idx="1">
          <a:scrgbClr r="0" g="0" b="0"/>
        </a:fillRef>
        <a:effectRef idx="0">
          <a:scrgbClr r="0" g="0" b="0"/>
        </a:effectRef>
        <a:fontRef idx="minor"/>
      </dsp:style>
    </dsp:sp>
    <dsp:sp modelId="{E5AD299B-0C05-4AD2-B864-5D4A2158BFC2}">
      <dsp:nvSpPr>
        <dsp:cNvPr id="0" name=""/>
        <dsp:cNvSpPr/>
      </dsp:nvSpPr>
      <dsp:spPr>
        <a:xfrm>
          <a:off x="385933" y="684939"/>
          <a:ext cx="3823706" cy="6969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66750">
            <a:lnSpc>
              <a:spcPct val="90000"/>
            </a:lnSpc>
            <a:spcBef>
              <a:spcPct val="0"/>
            </a:spcBef>
            <a:spcAft>
              <a:spcPct val="35000"/>
            </a:spcAft>
            <a:buNone/>
          </a:pPr>
          <a:r>
            <a:rPr lang="pt-PT" sz="1500" kern="1200" dirty="0"/>
            <a:t>The concept “firewall” was introduced.</a:t>
          </a:r>
        </a:p>
        <a:p>
          <a:pPr marL="0" lvl="0" indent="0" algn="l" defTabSz="666750">
            <a:lnSpc>
              <a:spcPct val="90000"/>
            </a:lnSpc>
            <a:spcBef>
              <a:spcPct val="0"/>
            </a:spcBef>
            <a:spcAft>
              <a:spcPct val="35000"/>
            </a:spcAft>
            <a:buNone/>
          </a:pPr>
          <a:r>
            <a:rPr lang="pt-PT" sz="1500" b="1" kern="1200" dirty="0"/>
            <a:t>1st generation - Packet filtering firewalls</a:t>
          </a:r>
          <a:endParaRPr lang="pt-PT" sz="1500" kern="1200" dirty="0"/>
        </a:p>
      </dsp:txBody>
      <dsp:txXfrm>
        <a:off x="385933" y="684939"/>
        <a:ext cx="3823706" cy="696955"/>
      </dsp:txXfrm>
    </dsp:sp>
    <dsp:sp modelId="{D6390AC5-BA75-476B-87ED-FBB8D6761D61}">
      <dsp:nvSpPr>
        <dsp:cNvPr id="0" name=""/>
        <dsp:cNvSpPr/>
      </dsp:nvSpPr>
      <dsp:spPr>
        <a:xfrm>
          <a:off x="385933" y="324444"/>
          <a:ext cx="3823706" cy="3604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90000"/>
            </a:lnSpc>
            <a:spcBef>
              <a:spcPct val="0"/>
            </a:spcBef>
            <a:spcAft>
              <a:spcPct val="35000"/>
            </a:spcAft>
            <a:buNone/>
            <a:defRPr b="1"/>
          </a:pPr>
          <a:r>
            <a:rPr lang="pt-PT" sz="2000" kern="1200" dirty="0"/>
            <a:t>Late 80’s</a:t>
          </a:r>
        </a:p>
      </dsp:txBody>
      <dsp:txXfrm>
        <a:off x="385933" y="324444"/>
        <a:ext cx="3823706" cy="360494"/>
      </dsp:txXfrm>
    </dsp:sp>
    <dsp:sp modelId="{A0C0C91D-58B3-477B-A03F-21A05E77AF96}">
      <dsp:nvSpPr>
        <dsp:cNvPr id="0" name=""/>
        <dsp:cNvSpPr/>
      </dsp:nvSpPr>
      <dsp:spPr>
        <a:xfrm>
          <a:off x="181653" y="300411"/>
          <a:ext cx="24032" cy="1201647"/>
        </a:xfrm>
        <a:prstGeom prst="rect">
          <a:avLst/>
        </a:prstGeom>
        <a:solidFill>
          <a:schemeClr val="accent1">
            <a:shade val="8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77490F7-38B1-4EC2-92CB-4DDE0ED9CA03}">
      <dsp:nvSpPr>
        <dsp:cNvPr id="0" name=""/>
        <dsp:cNvSpPr/>
      </dsp:nvSpPr>
      <dsp:spPr>
        <a:xfrm>
          <a:off x="2689370" y="2114899"/>
          <a:ext cx="3823706" cy="5647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66750">
            <a:lnSpc>
              <a:spcPct val="90000"/>
            </a:lnSpc>
            <a:spcBef>
              <a:spcPct val="0"/>
            </a:spcBef>
            <a:spcAft>
              <a:spcPct val="35000"/>
            </a:spcAft>
            <a:buNone/>
          </a:pPr>
          <a:r>
            <a:rPr lang="pt-PT" sz="1500" b="1" kern="1200" dirty="0"/>
            <a:t>2nd generation - Stateful inspection</a:t>
          </a:r>
          <a:endParaRPr lang="pt-PT" sz="1500" kern="1200" dirty="0"/>
        </a:p>
      </dsp:txBody>
      <dsp:txXfrm>
        <a:off x="2689370" y="2114899"/>
        <a:ext cx="3823706" cy="564774"/>
      </dsp:txXfrm>
    </dsp:sp>
    <dsp:sp modelId="{61F2B01C-B231-4173-98F7-4025AC25DE2A}">
      <dsp:nvSpPr>
        <dsp:cNvPr id="0" name=""/>
        <dsp:cNvSpPr/>
      </dsp:nvSpPr>
      <dsp:spPr>
        <a:xfrm>
          <a:off x="2689370" y="1742389"/>
          <a:ext cx="3823706" cy="3725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90000"/>
            </a:lnSpc>
            <a:spcBef>
              <a:spcPct val="0"/>
            </a:spcBef>
            <a:spcAft>
              <a:spcPct val="35000"/>
            </a:spcAft>
            <a:buNone/>
            <a:defRPr b="1"/>
          </a:pPr>
          <a:r>
            <a:rPr lang="pt-PT" sz="2000" kern="1200" dirty="0"/>
            <a:t>90’s</a:t>
          </a:r>
        </a:p>
      </dsp:txBody>
      <dsp:txXfrm>
        <a:off x="2689370" y="1742389"/>
        <a:ext cx="3823706" cy="372510"/>
      </dsp:txXfrm>
    </dsp:sp>
    <dsp:sp modelId="{BFDB5BEC-CCF0-4EF5-A380-57E62FABFD94}">
      <dsp:nvSpPr>
        <dsp:cNvPr id="0" name=""/>
        <dsp:cNvSpPr/>
      </dsp:nvSpPr>
      <dsp:spPr>
        <a:xfrm>
          <a:off x="2485090" y="1502059"/>
          <a:ext cx="24032" cy="1201647"/>
        </a:xfrm>
        <a:prstGeom prst="rect">
          <a:avLst/>
        </a:prstGeom>
        <a:solidFill>
          <a:schemeClr val="accent1">
            <a:shade val="8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79725D2-4F14-41E8-9C03-ECC726383746}">
      <dsp:nvSpPr>
        <dsp:cNvPr id="0" name=""/>
        <dsp:cNvSpPr/>
      </dsp:nvSpPr>
      <dsp:spPr>
        <a:xfrm>
          <a:off x="131184" y="1439573"/>
          <a:ext cx="124971" cy="12497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82D5F7C-2DF8-4A35-955E-A3D4FF911947}">
      <dsp:nvSpPr>
        <dsp:cNvPr id="0" name=""/>
        <dsp:cNvSpPr/>
      </dsp:nvSpPr>
      <dsp:spPr>
        <a:xfrm>
          <a:off x="2434621" y="1439573"/>
          <a:ext cx="124971" cy="12497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5735D77-C766-491D-991A-5961631EC41D}">
      <dsp:nvSpPr>
        <dsp:cNvPr id="0" name=""/>
        <dsp:cNvSpPr/>
      </dsp:nvSpPr>
      <dsp:spPr>
        <a:xfrm>
          <a:off x="4992808" y="684939"/>
          <a:ext cx="3823706" cy="6969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66750">
            <a:lnSpc>
              <a:spcPct val="90000"/>
            </a:lnSpc>
            <a:spcBef>
              <a:spcPct val="0"/>
            </a:spcBef>
            <a:spcAft>
              <a:spcPct val="35000"/>
            </a:spcAft>
            <a:buNone/>
          </a:pPr>
          <a:r>
            <a:rPr lang="pt-PT" sz="1500" b="1" kern="1200" dirty="0"/>
            <a:t>3rd generation - Application Layer Firewalls</a:t>
          </a:r>
          <a:endParaRPr lang="pt-PT" sz="1500" kern="1200" dirty="0"/>
        </a:p>
      </dsp:txBody>
      <dsp:txXfrm>
        <a:off x="4992808" y="684939"/>
        <a:ext cx="3823706" cy="696955"/>
      </dsp:txXfrm>
    </dsp:sp>
    <dsp:sp modelId="{EA837B58-6E8B-4030-8BAF-CA1814F1C886}">
      <dsp:nvSpPr>
        <dsp:cNvPr id="0" name=""/>
        <dsp:cNvSpPr/>
      </dsp:nvSpPr>
      <dsp:spPr>
        <a:xfrm>
          <a:off x="4992808" y="324444"/>
          <a:ext cx="3823706" cy="3604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90000"/>
            </a:lnSpc>
            <a:spcBef>
              <a:spcPct val="0"/>
            </a:spcBef>
            <a:spcAft>
              <a:spcPct val="35000"/>
            </a:spcAft>
            <a:buNone/>
            <a:defRPr b="1"/>
          </a:pPr>
          <a:r>
            <a:rPr lang="pt-PT" sz="2000" kern="1200" dirty="0"/>
            <a:t>2000’s</a:t>
          </a:r>
        </a:p>
      </dsp:txBody>
      <dsp:txXfrm>
        <a:off x="4992808" y="324444"/>
        <a:ext cx="3823706" cy="360494"/>
      </dsp:txXfrm>
    </dsp:sp>
    <dsp:sp modelId="{12354143-5173-4235-9D60-D6E7B660AF23}">
      <dsp:nvSpPr>
        <dsp:cNvPr id="0" name=""/>
        <dsp:cNvSpPr/>
      </dsp:nvSpPr>
      <dsp:spPr>
        <a:xfrm>
          <a:off x="4788528" y="300411"/>
          <a:ext cx="24032" cy="1201647"/>
        </a:xfrm>
        <a:prstGeom prst="rect">
          <a:avLst/>
        </a:prstGeom>
        <a:solidFill>
          <a:schemeClr val="accent1">
            <a:shade val="8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38DD281-283B-4227-91CF-E7C73E22F2C6}">
      <dsp:nvSpPr>
        <dsp:cNvPr id="0" name=""/>
        <dsp:cNvSpPr/>
      </dsp:nvSpPr>
      <dsp:spPr>
        <a:xfrm>
          <a:off x="7296245" y="2114899"/>
          <a:ext cx="3823706" cy="5647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66750">
            <a:lnSpc>
              <a:spcPct val="90000"/>
            </a:lnSpc>
            <a:spcBef>
              <a:spcPct val="0"/>
            </a:spcBef>
            <a:spcAft>
              <a:spcPct val="35000"/>
            </a:spcAft>
            <a:buNone/>
          </a:pPr>
          <a:r>
            <a:rPr lang="pt-PT" sz="1500" b="1" kern="1200" dirty="0"/>
            <a:t>Next-generation firewalls - NGFW </a:t>
          </a:r>
        </a:p>
        <a:p>
          <a:pPr marL="0" lvl="0" indent="0" algn="l" defTabSz="666750">
            <a:lnSpc>
              <a:spcPct val="90000"/>
            </a:lnSpc>
            <a:spcBef>
              <a:spcPct val="0"/>
            </a:spcBef>
            <a:spcAft>
              <a:spcPct val="35000"/>
            </a:spcAft>
            <a:buNone/>
          </a:pPr>
          <a:r>
            <a:rPr lang="pt-PT" sz="1500" kern="1200" dirty="0">
              <a:sym typeface="Wingdings" panose="05000000000000000000" pitchFamily="2" charset="2"/>
            </a:rPr>
            <a:t> </a:t>
          </a:r>
          <a:r>
            <a:rPr lang="pt-PT" sz="1500" b="0" i="0" kern="1200" dirty="0"/>
            <a:t>Deep Packet Inspection (DPI)</a:t>
          </a:r>
          <a:endParaRPr lang="pt-PT" sz="1500" b="1" kern="1200" dirty="0"/>
        </a:p>
      </dsp:txBody>
      <dsp:txXfrm>
        <a:off x="7296245" y="2114899"/>
        <a:ext cx="3823706" cy="564774"/>
      </dsp:txXfrm>
    </dsp:sp>
    <dsp:sp modelId="{AB97710B-AE7A-4965-A1B3-021E26291F45}">
      <dsp:nvSpPr>
        <dsp:cNvPr id="0" name=""/>
        <dsp:cNvSpPr/>
      </dsp:nvSpPr>
      <dsp:spPr>
        <a:xfrm>
          <a:off x="7296245" y="1742389"/>
          <a:ext cx="3823706" cy="3725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90000"/>
            </a:lnSpc>
            <a:spcBef>
              <a:spcPct val="0"/>
            </a:spcBef>
            <a:spcAft>
              <a:spcPct val="35000"/>
            </a:spcAft>
            <a:buNone/>
            <a:defRPr b="1"/>
          </a:pPr>
          <a:r>
            <a:rPr lang="pt-PT" sz="2000" kern="1200" dirty="0"/>
            <a:t>2008</a:t>
          </a:r>
        </a:p>
      </dsp:txBody>
      <dsp:txXfrm>
        <a:off x="7296245" y="1742389"/>
        <a:ext cx="3823706" cy="372510"/>
      </dsp:txXfrm>
    </dsp:sp>
    <dsp:sp modelId="{9F585584-C069-4CBD-983F-129E0361E02B}">
      <dsp:nvSpPr>
        <dsp:cNvPr id="0" name=""/>
        <dsp:cNvSpPr/>
      </dsp:nvSpPr>
      <dsp:spPr>
        <a:xfrm>
          <a:off x="7091965" y="1502059"/>
          <a:ext cx="24032" cy="1201647"/>
        </a:xfrm>
        <a:prstGeom prst="rect">
          <a:avLst/>
        </a:prstGeom>
        <a:solidFill>
          <a:schemeClr val="accent1">
            <a:shade val="8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3CD43DD-F506-4E2B-97FF-A406A714CC55}">
      <dsp:nvSpPr>
        <dsp:cNvPr id="0" name=""/>
        <dsp:cNvSpPr/>
      </dsp:nvSpPr>
      <dsp:spPr>
        <a:xfrm>
          <a:off x="4738059" y="1439573"/>
          <a:ext cx="124971" cy="12497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B0D52E9-ECBD-42EA-BAAE-52642123C070}">
      <dsp:nvSpPr>
        <dsp:cNvPr id="0" name=""/>
        <dsp:cNvSpPr/>
      </dsp:nvSpPr>
      <dsp:spPr>
        <a:xfrm>
          <a:off x="7041496" y="1439573"/>
          <a:ext cx="124971" cy="12497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24/layout/BulletTimeline">
  <dgm:title val=""/>
  <dgm:desc val=""/>
  <dgm:catLst>
    <dgm:cat type="process" pri="7450"/>
    <dgm:cat type="timeline" pri="100"/>
  </dgm:catLst>
  <dgm:sampData>
    <dgm:dataModel>
      <dgm:ptLst>
        <dgm:pt modelId="0" type="doc"/>
        <dgm:pt modelId="10">
          <dgm:prSet phldrT="Add an event" phldr="1"/>
        </dgm:pt>
        <dgm:pt modelId="11">
          <dgm:prSet phldrT="Write a description of the significance of this event" phldr="1"/>
        </dgm:pt>
        <dgm:pt modelId="20">
          <dgm:prSet phldrT="Add an event" phldr="1"/>
        </dgm:pt>
        <dgm:pt modelId="21">
          <dgm:prSet phldrT="Write a description of the significance of this event" phldr="1"/>
        </dgm:pt>
        <dgm:pt modelId="30">
          <dgm:prSet phldrT="Add an event" phldr="1"/>
        </dgm:pt>
        <dgm:pt modelId="31">
          <dgm:prSet phldrT="Write a description of the significance of this event" phldr="1"/>
        </dgm:pt>
        <dgm:pt modelId="40">
          <dgm:prSet phldrT="Add an event" phldr="1"/>
        </dgm:pt>
        <dgm:pt modelId="41">
          <dgm:prSet phldrT="Write a description of the significance of this event" phldr="1"/>
        </dgm:pt>
        <dgm:pt modelId="50">
          <dgm:prSet phldrT="Add an event" phldr="1"/>
        </dgm:pt>
        <dgm:pt modelId="51">
          <dgm:prSet phldrT="Write a description of the significance of this event" phldr="1"/>
        </dgm:pt>
      </dgm:ptLst>
      <dgm:cxnLst>
        <dgm:cxn modelId="100" srcId="0" destId="10" srcOrd="0" destOrd="0"/>
        <dgm:cxn modelId="12" srcId="10" destId="11" srcOrd="0" destOrd="0"/>
        <dgm:cxn modelId="101" srcId="0" destId="20" srcOrd="1" destOrd="0"/>
        <dgm:cxn modelId="22" srcId="20" destId="21" srcOrd="0" destOrd="0"/>
        <dgm:cxn modelId="102" srcId="0" destId="30" srcOrd="2" destOrd="0"/>
        <dgm:cxn modelId="32" srcId="30" destId="31" srcOrd="0" destOrd="0"/>
        <dgm:cxn modelId="103" srcId="0" destId="40" srcOrd="3" destOrd="0"/>
        <dgm:cxn modelId="42" srcId="40" destId="41" srcOrd="0" destOrd="0"/>
        <dgm:cxn modelId="104" srcId="0" destId="50" srcOrd="4" destOrd="0"/>
        <dgm:cxn modelId="52" srcId="50" destId="5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dir/>
      <dgm:animLvl val="lvl"/>
    </dgm:varLst>
    <dgm:alg type="composite"/>
    <dgm:shape xmlns:r="http://schemas.openxmlformats.org/officeDocument/2006/relationships" r:blip="">
      <dgm:adjLst/>
    </dgm:shape>
    <dgm:constrLst>
      <dgm:constr type="w" for="ch" forName="divider" refType="w"/>
      <dgm:constr type="h" for="ch" forName="divider" refType="h" fact="0.1"/>
      <dgm:constr type="ctrY" for="ch" forName="divider" refType="h" fact="0.5"/>
      <dgm:constr type="l" for="ch" forName="divider"/>
      <dgm:constr type="w" for="ch" forName="nodes" refType="w"/>
      <dgm:constr type="h" for="ch" forName="nodes" refType="h" fact="0.8"/>
      <dgm:constr type="ctrY" for="ch" forName="nodes" refType="h" fact="0.5"/>
    </dgm:constrLst>
    <dgm:layoutNode name="divider">
      <dgm:alg type="composite"/>
      <dgm:shape xmlns:r="http://schemas.openxmlformats.org/officeDocument/2006/relationships" r:blip="">
        <dgm:adjLst/>
      </dgm:shape>
      <dgm:presOf/>
      <dgm:choose name="DividerDirection">
        <dgm:if name="DividerLTR" func="var" arg="dir" op="equ" val="norm">
          <dgm:constrLst>
            <dgm:constr type="w" for="ch" forName="rectBar" refType="w" fact="0.996"/>
            <dgm:constr type="h" for="ch" forName="rectBar" refType="h" fact="0.1"/>
            <dgm:constr type="l" for="ch" forName="rectBar"/>
            <dgm:constr type="ctrY" for="ch" forName="rectBar" refType="h" fact="0.5"/>
            <dgm:constr type="w" for="ch" forName="chevronArrow" refType="h" fact="0.6"/>
            <dgm:constr type="h" for="ch" forName="chevronArrow" refType="h" fact="0.8"/>
            <dgm:constr type="r" for="ch" forName="chevronArrow" refType="w"/>
            <dgm:constr type="ctrY" for="ch" forName="chevronArrow" refType="h" fact="0.5"/>
          </dgm:constrLst>
        </dgm:if>
        <dgm:else name="DividerRTL">
          <dgm:constrLst>
            <dgm:constr type="w" for="ch" forName="rectBar" refType="w" fact="0.996"/>
            <dgm:constr type="h" for="ch" forName="rectBar" refType="h" fact="0.1"/>
            <dgm:constr type="r" for="ch" forName="rectBar" refType="w"/>
            <dgm:constr type="ctrY" for="ch" forName="rectBar" refType="h" fact="0.5"/>
            <dgm:constr type="w" for="ch" forName="chevronArrow" refType="h" fact="0.6"/>
            <dgm:constr type="h" for="ch" forName="chevronArrow" refType="h" fact="0.8"/>
            <dgm:constr type="l" for="ch" forName="chevronArrow"/>
            <dgm:constr type="ctrY" for="ch" forName="chevronArrow" refType="h" fact="0.5"/>
          </dgm:constrLst>
        </dgm:else>
      </dgm:choose>
      <dgm:ruleLst/>
      <dgm:layoutNode name="rectBar" styleLbl="dkBgShp">
        <dgm:alg type="sp"/>
        <dgm:shape xmlns:r="http://schemas.openxmlformats.org/officeDocument/2006/relationships" type="rect" r:blip="" zOrderOff="-1">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presOf/>
        <dgm:constrLst/>
        <dgm:ruleLst/>
      </dgm:layoutNode>
      <dgm:layoutNode name="chevronArrow" styleLbl="dkBgShp">
        <dgm:alg type="sp"/>
        <dgm:choose name="ChevronDir">
          <dgm:if name="ChevronLTR" func="var" arg="dir" op="equ" val="norm">
            <dgm:shape xmlns:r="http://schemas.openxmlformats.org/officeDocument/2006/relationships" type="chevron" r:blip="" zOrderOff="-1">
              <dgm:adjLst>
                <dgm:adj idx="1" val="0.75"/>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if>
          <dgm:else name="ChevronRTL">
            <dgm:shape xmlns:r="http://schemas.openxmlformats.org/officeDocument/2006/relationships" rot="180" type="chevron" r:blip="" zOrderOff="-1">
              <dgm:adjLst>
                <dgm:adj idx="1" val="0.75"/>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else>
        </dgm:choose>
        <dgm:presOf/>
        <dgm:constrLst/>
        <dgm:ruleLst/>
      </dgm:layoutNode>
    </dgm:layoutNode>
    <dgm:layoutNode name="nodes">
      <dgm:varLst>
        <dgm:chMax/>
        <dgm:chPref/>
        <dgm:animLvl val="lvl"/>
      </dgm:varLst>
      <dgm:choose name="Name1">
        <dgm:if name="Name2" func="var" arg="dir" op="equ" val="norm">
          <dgm:alg type="lin">
            <dgm:param type="fallback" val="1D"/>
          </dgm:alg>
        </dgm:if>
        <dgm:else name="Name3">
          <dgm:alg type="lin">
            <dgm:param type="linDir" val="fromR"/>
            <dgm:param type="fallback" val="1D"/>
          </dgm:alg>
        </dgm:else>
      </dgm:choose>
      <dgm:shape xmlns:r="http://schemas.openxmlformats.org/officeDocument/2006/relationships" r:blip="">
        <dgm:adjLst/>
      </dgm:shape>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 type="primFontSz" for="des" forName="L1TextContainer1" val="20"/>
        <dgm:constr type="primFontSz" for="des" forName="L2TextContainer1" refType="primFontSz" refFor="des" refForName="L1TextContainer1" op="equ" fact="0.75"/>
        <dgm:constr type="w" for="ch" forName="composite1" refType="w"/>
        <dgm:constr type="h" for="ch" forName="composite1" refType="h"/>
        <dgm:constr type="w" for="ch" forName="spaceBetweenRectangles1" refType="w" refFor="ch" refForName="composite1" fact="0.28"/>
        <dgm:constr type="primFontSz" for="des" forName="L1TextContainer1" op="equ"/>
        <dgm:constr type="primFontSz" for="des" forName="L2TextContainer1" op="equ"/>
      </dgm:constrLst>
      <dgm:choose name="LayoutBasedOnCountOfNodes">
        <dgm:if name="LessThanOrEqualToTwoNodes" axis="ch" ptType="node" func="cnt" op="lte" val="2">
          <dgm:forEach name="nodesForEach1" axis="ch" ptType="node">
            <dgm:layoutNode name="composite1">
              <dgm:alg type="composite"/>
              <dgm:shape xmlns:r="http://schemas.openxmlformats.org/officeDocument/2006/relationships" r:blip="">
                <dgm:adjLst/>
              </dgm:shape>
              <dgm:choose name="CaseForLayoutDirection1">
                <dgm:if name="CaseForLayoutDirectionLTR1" func="var" arg="dir" op="equ" val="norm">
                  <dgm:choose name="CaseForPlacingNodesAboveAndBelowDividerLTR1">
                    <dgm:if name="CaseForPlacingNodeAboveDividerLTR1" axis="self" ptType="node" func="posOdd" op="equ" val="1">
                      <dgm:constrLst>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h" fact="0.5"/>
                        <dgm:constr type="w" for="ch" forName="DropPinPlaceHolder1" refType="h" fact="0.16"/>
                        <dgm:constr type="h" for="ch" forName="DropPinPlaceHolder1" refType="h" fact="0.16"/>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h" fact="0.16"/>
                        <dgm:constr type="b" for="ch" forName="L2TextContainer1" refType="h" fact="0.45"/>
                        <dgm:constr type="w" for="ch" forName="L1TextContainer1" refType="w" fact="0.83"/>
                        <dgm:constr type="l" for="ch" forName="L1TextContainer1" refType="r" refFor="ch" refForName="DropPinPlaceHolder1"/>
                        <dgm:constr type="t" for="ch" forName="L1TextContainer1" refType="h" fact="0.01"/>
                        <dgm:constr type="b" for="ch" forName="L1TextContainer1" refType="h" fact="0.16"/>
                        <dgm:constr type="w" for="ch" forName="ConnectLine1" refType="h" fact="0.01"/>
                        <dgm:constr type="ctrX" for="ch" forName="ConnectLine1" refType="ctrX" refFor="ch" refForName="DropPinPlaceHolder1"/>
                        <dgm:constr type="b" for="ch" forName="ConnectLine1" refType="h" fact="0.5"/>
                        <dgm:constr type="t" for="ch" forName="ConnectLine1" refType="b" refFor="ch" refForName="DropPinPlaceHolder1" fact="0"/>
                        <dgm:constr type="w" for="ch" forName="EmptyPlaceHolder1" refType="w"/>
                        <dgm:constr type="h" for="ch" forName="EmptyPlaceHolder1" refType="h" fact="0.5"/>
                        <dgm:constr type="t" for="ch" forName="EmptyPlaceHolder1" refType="h" fact="0.5"/>
                      </dgm:constrLst>
                    </dgm:if>
                    <dgm:else name="CaseForPlacingNodeBelowDividerLTR1">
                      <dgm:constrLst>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h" fact="0.5"/>
                        <dgm:constr type="w" for="ch" forName="DropPinPlaceHolder1" refType="h" fact="0.16"/>
                        <dgm:constr type="h" for="ch" forName="DropPinPlaceHolder1" refType="h" fact="0.16"/>
                        <dgm:constr type="b" for="ch" forName="DropPinPlaceHolder1" refType="h"/>
                        <dgm:constr type="l" for="ch" forName="DropPinPlaceHolder1" refType="w" fact="0"/>
                        <dgm:constr type="w" for="ch" forName="L1TextContainer1" refType="w" fact="0.83"/>
                        <dgm:constr type="l" for="ch" forName="L1TextContainer1" refType="r" refFor="ch" refForName="DropPinPlaceHolder1"/>
                        <dgm:constr type="b" for="ch" forName="L1TextContainer1" refType="h" fact="0.755"/>
                        <dgm:constr type="t" for="ch" forName="L1TextContainer1" refType="h" fact="0.6"/>
                        <dgm:constr type="w" for="ch" forName="L2TextContainer1" refType="w" fact="0.83"/>
                        <dgm:constr type="l" for="ch" forName="L2TextContainer1" refType="r" refFor="ch" refForName="DropPinPlaceHolder1"/>
                        <dgm:constr type="b" for="ch" forName="L2TextContainer1" refType="h" fact="0.99"/>
                        <dgm:constr type="t" for="ch" forName="L2TextContainer1" refType="h" fact="0.755"/>
                        <dgm:constr type="w" for="ch" forName="ConnectLine1" refType="h" fact="0.01"/>
                        <dgm:constr type="ctrX" for="ch" forName="ConnectLine1" refType="ctrX" refFor="ch" refForName="DropPinPlaceHolder1"/>
                        <dgm:constr type="t" for="ch" forName="ConnectLine1" refType="h" fact="0.5"/>
                        <dgm:constr type="b" for="ch" forName="ConnectLine1" refType="b" refFor="ch" refForName="DropPinPlaceHolder1"/>
                        <dgm:constr type="w" for="ch" forName="EmptyPlaceHolder1" refType="w"/>
                        <dgm:constr type="h" for="ch" forName="EmptyPlaceHolder1" refType="h" fact="0.5"/>
                        <dgm:constr type="t" for="ch" forName="EmptyPlaceHolder1" refType="h" fact="0"/>
                      </dgm:constrLst>
                    </dgm:else>
                  </dgm:choose>
                </dgm:if>
                <dgm:else name="CaseForLayoutDirectionRTL1">
                  <dgm:choose name="CaseForPlacingNodesAboveAndBelowDividerRTL1">
                    <dgm:if name="CaseForPlacingNodeAboveDividerRTL1" axis="self" ptType="node" func="posOdd" op="equ" val="1">
                      <dgm:constrLst>
                        <dgm:constr type="w" for="ch" forName="L1TextContainer1" refType="w" fact="0.83"/>
                        <dgm:constr type="l" for="ch" forName="L1TextContainer1" refType="w" fact="0"/>
                        <dgm:constr type="t" for="ch" forName="L1TextContainer1" refType="h" fact="0.01"/>
                        <dgm:constr type="b" for="ch" forName="L1TextContainer1" refType="h" fact="0.16"/>
                        <dgm:constr type="w" for="ch" forName="L2TextContainer1" refType="w" fact="0.83"/>
                        <dgm:constr type="l" for="ch" forName="L2TextContainer1" refType="w" fact="0"/>
                        <dgm:constr type="t" for="ch" forName="L2TextContainer1" refType="h" fact="0.16"/>
                        <dgm:constr type="b" for="ch" forName="L2TextContainer1" refType="h" fact="0.45"/>
                        <dgm:constr type="w" for="ch" forName="DropPinPlaceHolder1" refType="h" fact="0.16"/>
                        <dgm:constr type="h" for="ch" forName="DropPinPlaceHolder1" refType="h" fact="0.16"/>
                        <dgm:constr type="t" for="ch" forName="DropPinPlaceHolder1" refType="h" fact="0"/>
                        <dgm:constr type="r" for="ch" forName="DropPinPlaceHolder1" refType="w"/>
                        <dgm:constr type="w" for="ch" forName="ConnectLine1" refType="h" fact="0.01"/>
                        <dgm:constr type="ctrX" for="ch" forName="ConnectLine1" refType="ctrX" refFor="ch" refForName="DropPinPlaceHolder1"/>
                        <dgm:constr type="b" for="ch" forName="ConnectLine1" refType="h" fact="0.5"/>
                        <dgm:constr type="t" for="ch" forName="ConnectLine1" refType="b" refFor="ch" refForName="DropPinPlaceHolder1" fact="0"/>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h" fact="0.5"/>
                        <dgm:constr type="w" for="ch" forName="EmptyPlaceHolder1" refType="w"/>
                        <dgm:constr type="h" for="ch" forName="EmptyPlaceHolder1" refType="h" fact="0.5"/>
                        <dgm:constr type="t" for="ch" forName="EmptyPlaceHolder1" refType="h" fact="0.5"/>
                      </dgm:constrLst>
                    </dgm:if>
                    <dgm:else name="CaseForPlacingNodeBelowDividerRTL1">
                      <dgm:constrLst>
                        <dgm:constr type="w" for="ch" forName="L1TextContainer1" refType="w" fact="0.83"/>
                        <dgm:constr type="l" for="ch" forName="L1TextContainer1" refType="w" fact="0"/>
                        <dgm:constr type="b" for="ch" forName="L1TextContainer1" refType="h" fact="0.755"/>
                        <dgm:constr type="t" for="ch" forName="L1TextContainer1" refType="h" fact="0.6"/>
                        <dgm:constr type="w" for="ch" forName="L2TextContainer1" refType="w" fact="0.83"/>
                        <dgm:constr type="l" for="ch" forName="L2TextContainer1" refType="w" fact="0"/>
                        <dgm:constr type="b" for="ch" forName="L2TextContainer1" refType="h" fact="0.99"/>
                        <dgm:constr type="t" for="ch" forName="L2TextContainer1" refType="h" fact="0.755"/>
                        <dgm:constr type="w" for="ch" forName="DropPinPlaceHolder1" refType="h" fact="0.16"/>
                        <dgm:constr type="h" for="ch" forName="DropPinPlaceHolder1" refType="h" fact="0.16"/>
                        <dgm:constr type="b" for="ch" forName="DropPinPlaceHolder1" refType="h"/>
                        <dgm:constr type="r" for="ch" forName="DropPinPlaceHolder1" refType="w"/>
                        <dgm:constr type="w" for="ch" forName="ConnectLine1" refType="h" fact="0.01"/>
                        <dgm:constr type="ctrX" for="ch" forName="ConnectLine1" refType="ctrX" refFor="ch" refForName="DropPinPlaceHolder1"/>
                        <dgm:constr type="t" for="ch" forName="ConnectLine1" refType="h" fact="0.5"/>
                        <dgm:constr type="b" for="ch" forName="ConnectLine1" refType="b" refFor="ch" refForName="DropPinPlaceHolder1"/>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h" fact="0.5"/>
                        <dgm:constr type="w" for="ch" forName="EmptyPlaceHolder1" refType="w"/>
                        <dgm:constr type="h" for="ch" forName="EmptyPlaceHolder1" refType="h" fact="0.5"/>
                        <dgm:constr type="t" for="ch" forName="EmptyPlaceHolder1" refType="h" fact="0"/>
                      </dgm:constrLst>
                    </dgm:else>
                  </dgm:choose>
                </dgm:else>
              </dgm:choose>
              <dgm:layoutNode name="DropPinPlaceHolder1">
                <dgm:alg type="composite"/>
                <dgm:shape xmlns:r="http://schemas.openxmlformats.org/officeDocument/2006/relationships" r:blip="">
                  <dgm:adjLst/>
                </dgm:shape>
                <dgm:constrLst>
                  <dgm:constr type="w" for="ch" forName="DropPin1" refType="w" fact="0"/>
                  <dgm:constr type="h" for="ch" forName="DropPin1" refType="h" fact="0"/>
                  <dgm:constr type="ctrX" for="ch" forName="DropPin1" refType="w" fact="0"/>
                  <dgm:constr type="ctrY" for="ch" forName="DropPin1" refType="h" fact="0"/>
                  <dgm:constr type="w" for="ch" forName="Ellipse1" refType="w" refFor="ch" refForName="DropPin1" fact="0"/>
                  <dgm:constr type="h" for="ch" forName="Ellipse1" refType="w" refFor="ch" refForName="DropPin1" fact="0"/>
                  <dgm:constr type="ctrX" for="ch" forName="Ellipse1" refType="ctrX" refFor="ch" refForName="DropPin1" fact="0"/>
                  <dgm:constr type="ctrY" for="ch" forName="Ellipse1" refType="ctrY" refFor="ch" refForName="DropPin1" fact="0"/>
                </dgm:constrLst>
                <dgm:layoutNode name="DropPin1" styleLbl="alignNode1">
                  <dgm:alg type="sp"/>
                  <dgm:choose name="CaseForPlacingTearDropAboveAndBelowDivider1">
                    <dgm:if name="CaseForPlacingTearDropAboveDivider1" axis="self" ptType="node" func="posOdd" op="equ" val="1">
                      <dgm:shape xmlns:r="http://schemas.openxmlformats.org/officeDocument/2006/relationships" rot="135" type="teardrop" r:blip="">
                        <dgm:adjLst>
                          <dgm:adj idx="1" val="1.15"/>
                        </dgm:adjLst>
                      </dgm:shape>
                    </dgm:if>
                    <dgm:else name="CaseForPlacingTearDropBelowDivider1">
                      <dgm:shape xmlns:r="http://schemas.openxmlformats.org/officeDocument/2006/relationships" rot="-45" type="teardrop" r:blip="">
                        <dgm:adjLst>
                          <dgm:adj idx="1" val="1.15"/>
                        </dgm:adjLst>
                      </dgm:shape>
                    </dgm:else>
                  </dgm:choose>
                  <dgm:presOf/>
                  <dgm:constrLst/>
                </dgm:layoutNode>
                <dgm:layoutNode name="Ellipse1" styleLbl="fgAcc1" moveWith="DropPin1">
                  <dgm:alg type="sp"/>
                  <dgm:shape xmlns:r="http://schemas.openxmlformats.org/officeDocument/2006/relationships" type="ellipse" r:blip="">
                    <dgm:adjLst/>
                  </dgm:shape>
                  <dgm:presOf/>
                  <dgm:constrLst/>
                </dgm:layoutNode>
              </dgm:layoutNode>
              <dgm:layoutNode name="L2TextContainer1" styleLbl="revTx" moveWith="L1TextContainer">
                <dgm:varLst>
                  <dgm:bulletEnabled val="1"/>
                </dgm:varLst>
                <dgm:choose name="casesForTxtDirLogic1">
                  <dgm:if name="Name771"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if>
                  <dgm:else name="Name88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else>
                </dgm:choose>
                <dgm:shape xmlns:r="http://schemas.openxmlformats.org/officeDocument/2006/relationships" type="rect" r:blip="">
                  <dgm:adjLst/>
                </dgm:shape>
                <dgm:presOf axis="des" ptType="node"/>
                <dgm:ruleLst>
                  <dgm:rule type="primFontSz" val="5" fact="NaN" max="NaN"/>
                </dgm:ruleLst>
              </dgm:layoutNode>
              <dgm:layoutNode name="L1TextContainer1"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dgm:constr type="tMarg"/>
                  <dgm:constr type="bMarg"/>
                </dgm:constrLst>
                <dgm:ruleLst>
                  <dgm:rule type="primFontSz" val="5" fact="NaN" max="NaN"/>
                </dgm:ruleLst>
              </dgm:layoutNode>
              <dgm:layoutNode name="ConnectLine1" styleLbl="dkBgShp">
                <dgm:alg type="sp"/>
                <dgm:shape xmlns:r="http://schemas.openxmlformats.org/officeDocument/2006/relationships" type="rect" r:blip="">
                  <dgm:adjLst/>
                </dgm:shape>
                <dgm:presOf/>
                <dgm:constrLst/>
              </dgm:layoutNode>
              <dgm:layoutNode name="ConnectorPoint1" moveWith="ConnectLine1">
                <dgm:alg type="composite"/>
                <dgm:shape xmlns:r="http://schemas.openxmlformats.org/officeDocument/2006/relationships" r:blip="">
                  <dgm:adjLst/>
                </dgm:shape>
                <dgm:presOf/>
                <dgm:constrLst>
                  <dgm:constr type="w" for="ch" forName="Bullet1" refType="w"/>
                  <dgm:constr type="h" for="ch" forName="Bullet1" refType="w"/>
                  <dgm:constr type="ctrX" for="ch" forName="Bullet1" refType="w" fact="0.5"/>
                  <dgm:constr type="ctrY" for="ch" forName="Bullet1" refType="h" fact="0.5"/>
                </dgm:constrLst>
                <dgm:layoutNode name="Bullet1" styleLbl="lnNode1">
                  <dgm:alg type="sp"/>
                  <dgm:shape xmlns:r="http://schemas.openxmlformats.org/officeDocument/2006/relationships" type="ellipse" r:blip="" zOrderOff="10">
                    <dgm:adjLst/>
                  </dgm:shape>
                  <dgm:presOf/>
                  <dgm:constrLst/>
                </dgm:layoutNode>
              </dgm:layoutNode>
              <dgm:layoutNode name="EmptyPlaceHolder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if>
        <dgm:else name="MoreThanTwoNodes">
          <dgm:forEach name="nodesForEach" axis="ch" ptType="node">
            <dgm:layoutNode name="composite">
              <dgm:alg type="composite"/>
              <dgm:shape xmlns:r="http://schemas.openxmlformats.org/officeDocument/2006/relationships" r:blip="">
                <dgm:adjLst/>
              </dgm:shape>
              <dgm:choose name="CaseForLayoutDirection">
                <dgm:if name="CaseForLayoutDirectionLTR" func="var" arg="dir" op="equ" val="norm">
                  <dgm:choose name="CaseForPlacingNodesAboveAndBelowDividerLTR">
                    <dgm:if name="CaseForPlacingNodeAboveDividerLTR" axis="self" ptType="node" func="posOdd" op="equ" val="1">
                      <dgm:constrLst>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h" fact="0.5"/>
                        <dgm:constr type="w" for="ch" forName="DropPinPlaceHolder" refType="h" fact="0.16"/>
                        <dgm:constr type="h" for="ch" forName="DropPinPlaceHolder" refType="h" fact="0.16"/>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h" fact="0.16"/>
                        <dgm:constr type="b" for="ch" forName="L2TextContainer" refType="h" fact="0.45"/>
                        <dgm:constr type="w" for="ch" forName="L1TextContainer" refType="w" fact="0.83"/>
                        <dgm:constr type="l" for="ch" forName="L1TextContainer" refType="r" refFor="ch" refForName="DropPinPlaceHolder"/>
                        <dgm:constr type="t" for="ch" forName="L1TextContainer" refType="h" fact="0.01"/>
                        <dgm:constr type="b" for="ch" forName="L1TextContainer" refType="h" fact="0.16"/>
                        <dgm:constr type="w" for="ch" forName="ConnectLine" refType="h" fact="0.01"/>
                        <dgm:constr type="ctrX" for="ch" forName="ConnectLine" refType="ctrX" refFor="ch" refForName="DropPinPlaceHolder"/>
                        <dgm:constr type="b" for="ch" forName="ConnectLine" refType="h" fact="0.5"/>
                        <dgm:constr type="t" for="ch" forName="ConnectLine" refType="b" refFor="ch" refForName="DropPinPlaceHolder" fact="0"/>
                        <dgm:constr type="w" for="ch" forName="EmptyPlaceHolder" refType="w"/>
                        <dgm:constr type="h" for="ch" forName="EmptyPlaceHolder" refType="h" fact="0.5"/>
                        <dgm:constr type="t" for="ch" forName="EmptyPlaceHolder" refType="h" fact="0.5"/>
                      </dgm:constrLst>
                    </dgm:if>
                    <dgm:else name="CaseForPlacingNodeBelowDividerLTR">
                      <dgm:constrLst>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h" fact="0.5"/>
                        <dgm:constr type="w" for="ch" forName="DropPinPlaceHolder" refType="h" fact="0.16"/>
                        <dgm:constr type="h" for="ch" forName="DropPinPlaceHolder" refType="h" fact="0.16"/>
                        <dgm:constr type="b" for="ch" forName="DropPinPlaceHolder" refType="h"/>
                        <dgm:constr type="l" for="ch" forName="DropPinPlaceHolder" refType="w" fact="0"/>
                        <dgm:constr type="w" for="ch" forName="L1TextContainer" refType="w" fact="0.83"/>
                        <dgm:constr type="l" for="ch" forName="L1TextContainer" refType="r" refFor="ch" refForName="DropPinPlaceHolder"/>
                        <dgm:constr type="b" for="ch" forName="L1TextContainer" refType="h" fact="0.755"/>
                        <dgm:constr type="t" for="ch" forName="L1TextContainer" refType="h" fact="0.6"/>
                        <dgm:constr type="w" for="ch" forName="L2TextContainer" refType="w" fact="0.83"/>
                        <dgm:constr type="l" for="ch" forName="L2TextContainer" refType="r" refFor="ch" refForName="DropPinPlaceHolder"/>
                        <dgm:constr type="b" for="ch" forName="L2TextContainer" refType="h" fact="0.99"/>
                        <dgm:constr type="t" for="ch" forName="L2TextContainer" refType="h" fact="0.755"/>
                        <dgm:constr type="w" for="ch" forName="ConnectLine" refType="h" fact="0.01"/>
                        <dgm:constr type="ctrX" for="ch" forName="ConnectLine" refType="ctrX" refFor="ch" refForName="DropPinPlaceHolder"/>
                        <dgm:constr type="t" for="ch" forName="ConnectLine" refType="h" fact="0.5"/>
                        <dgm:constr type="b" for="ch" forName="ConnectLine" refType="b" refFor="ch" refForName="DropPinPlaceHolder"/>
                        <dgm:constr type="w" for="ch" forName="EmptyPlaceHolder" refType="w"/>
                        <dgm:constr type="h" for="ch" forName="EmptyPlaceHolder" refType="h" fact="0.5"/>
                        <dgm:constr type="t" for="ch" forName="EmptyPlaceHolder" refType="h" fact="0"/>
                      </dgm:constrLst>
                    </dgm:else>
                  </dgm:choose>
                </dgm:if>
                <dgm:else name="CaseForLayoutDirectionRTL">
                  <dgm:choose name="CaseForPlacingNodesAboveAndBelowDividerRTL">
                    <dgm:if name="CaseForPlacingNodeAboveDividerRTL" axis="self" ptType="node" func="posOdd" op="equ" val="1">
                      <dgm:constrLst>
                        <dgm:constr type="w" for="ch" forName="L1TextContainer" refType="w" fact="0.83"/>
                        <dgm:constr type="l" for="ch" forName="L1TextContainer" refType="w" fact="0"/>
                        <dgm:constr type="t" for="ch" forName="L1TextContainer" refType="h" fact="0.01"/>
                        <dgm:constr type="b" for="ch" forName="L1TextContainer" refType="h" fact="0.16"/>
                        <dgm:constr type="w" for="ch" forName="L2TextContainer" refType="w" fact="0.83"/>
                        <dgm:constr type="l" for="ch" forName="L2TextContainer" refType="w" fact="0"/>
                        <dgm:constr type="t" for="ch" forName="L2TextContainer" refType="h" fact="0.16"/>
                        <dgm:constr type="b" for="ch" forName="L2TextContainer" refType="h" fact="0.45"/>
                        <dgm:constr type="w" for="ch" forName="DropPinPlaceHolder" refType="h" fact="0.16"/>
                        <dgm:constr type="h" for="ch" forName="DropPinPlaceHolder" refType="h" fact="0.16"/>
                        <dgm:constr type="t" for="ch" forName="DropPinPlaceHolder" refType="h" fact="0"/>
                        <dgm:constr type="r" for="ch" forName="DropPinPlaceHolder" refType="w"/>
                        <dgm:constr type="w" for="ch" forName="ConnectLine" refType="h" fact="0.01"/>
                        <dgm:constr type="ctrX" for="ch" forName="ConnectLine" refType="ctrX" refFor="ch" refForName="DropPinPlaceHolder"/>
                        <dgm:constr type="b" for="ch" forName="ConnectLine" refType="h" fact="0.5"/>
                        <dgm:constr type="t" for="ch" forName="ConnectLine" refType="b" refFor="ch" refForName="DropPinPlaceHolder" fact="0"/>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h" fact="0.5"/>
                        <dgm:constr type="w" for="ch" forName="EmptyPlaceHolder" refType="w"/>
                        <dgm:constr type="h" for="ch" forName="EmptyPlaceHolder" refType="h" fact="0.5"/>
                        <dgm:constr type="t" for="ch" forName="EmptyPlaceHolder" refType="h" fact="0.5"/>
                      </dgm:constrLst>
                    </dgm:if>
                    <dgm:else name="CaseForPlacingNodeBelowDividerRTL">
                      <dgm:constrLst>
                        <dgm:constr type="w" for="ch" forName="L1TextContainer" refType="w" fact="0.83"/>
                        <dgm:constr type="l" for="ch" forName="L1TextContainer" refType="w" fact="0"/>
                        <dgm:constr type="b" for="ch" forName="L1TextContainer" refType="h" fact="0.755"/>
                        <dgm:constr type="t" for="ch" forName="L1TextContainer" refType="h" fact="0.6"/>
                        <dgm:constr type="w" for="ch" forName="L2TextContainer" refType="w" fact="0.83"/>
                        <dgm:constr type="l" for="ch" forName="L2TextContainer" refType="w" fact="0"/>
                        <dgm:constr type="b" for="ch" forName="L2TextContainer" refType="h" fact="0.99"/>
                        <dgm:constr type="t" for="ch" forName="L2TextContainer" refType="h" fact="0.755"/>
                        <dgm:constr type="w" for="ch" forName="DropPinPlaceHolder" refType="h" fact="0.16"/>
                        <dgm:constr type="h" for="ch" forName="DropPinPlaceHolder" refType="h" fact="0.16"/>
                        <dgm:constr type="b" for="ch" forName="DropPinPlaceHolder" refType="h"/>
                        <dgm:constr type="r" for="ch" forName="DropPinPlaceHolder" refType="w"/>
                        <dgm:constr type="w" for="ch" forName="ConnectLine" refType="h" fact="0.01"/>
                        <dgm:constr type="ctrX" for="ch" forName="ConnectLine" refType="ctrX" refFor="ch" refForName="DropPinPlaceHolder"/>
                        <dgm:constr type="t" for="ch" forName="ConnectLine" refType="h" fact="0.5"/>
                        <dgm:constr type="b" for="ch" forName="ConnectLine" refType="b" refFor="ch" refForName="DropPinPlaceHolder"/>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h" fact="0.5"/>
                        <dgm:constr type="w" for="ch" forName="EmptyPlaceHolder" refType="w"/>
                        <dgm:constr type="h" for="ch" forName="EmptyPlaceHolder" refType="h" fact="0.5"/>
                        <dgm:constr type="t" for="ch" forName="EmptyPlaceHolder" refType="h" fact="0"/>
                      </dgm:constrLst>
                    </dgm:else>
                  </dgm:choose>
                </dgm:else>
              </dgm:choose>
              <dgm:layoutNode name="DropPinPlaceHolder">
                <dgm:alg type="composite"/>
                <dgm:shape xmlns:r="http://schemas.openxmlformats.org/officeDocument/2006/relationships" r:blip="">
                  <dgm:adjLst/>
                </dgm:shape>
                <dgm:constrLst>
                  <dgm:constr type="w" for="ch" forName="DropPin" refType="w" fact="0"/>
                  <dgm:constr type="h" for="ch" forName="DropPin" refType="h" fact="0"/>
                  <dgm:constr type="ctrX" for="ch" forName="DropPin" refType="w" fact="0"/>
                  <dgm:constr type="ctrY" for="ch" forName="DropPin" refType="h" fact="0"/>
                  <dgm:constr type="w" for="ch" forName="Ellipse" refType="w" refFor="ch" refForName="DropPin" fact="0"/>
                  <dgm:constr type="h" for="ch" forName="Ellipse" refType="w" refFor="ch" refForName="DropPin" fact="0"/>
                  <dgm:constr type="ctrX" for="ch" forName="Ellipse" refType="ctrX" refFor="ch" refForName="DropPin" fact="0"/>
                  <dgm:constr type="ctrY" for="ch" forName="Ellipse" refType="ctrY" refFor="ch" refForName="DropPin" fact="0"/>
                </dgm:constrLst>
                <dgm:layoutNode name="DropPin" styleLbl="alignNode1">
                  <dgm:alg type="sp"/>
                  <dgm:choose name="CaseForPlacingTearDropAboveAndBelowDivider">
                    <dgm:if name="CaseForPlacingTearDropAboveDivider" axis="self" ptType="node" func="posOdd" op="equ" val="1">
                      <dgm:shape xmlns:r="http://schemas.openxmlformats.org/officeDocument/2006/relationships" rot="135" type="teardrop" r:blip="">
                        <dgm:adjLst>
                          <dgm:adj idx="1" val="1.15"/>
                        </dgm:adjLst>
                      </dgm:shape>
                    </dgm:if>
                    <dgm:else name="CaseForPlacingTearDropBelowDivider">
                      <dgm:shape xmlns:r="http://schemas.openxmlformats.org/officeDocument/2006/relationships" rot="-45" type="teardrop" r:blip="">
                        <dgm:adjLst>
                          <dgm:adj idx="1" val="1.15"/>
                        </dgm:adjLst>
                      </dgm:shape>
                    </dgm:else>
                  </dgm:choose>
                  <dgm:presOf/>
                  <dgm:constrLst/>
                </dgm:layoutNode>
                <dgm:layoutNode name="Ellipse" styleLbl="fgAcc1" moveWith="DropPin">
                  <dgm:alg type="sp"/>
                  <dgm:shape xmlns:r="http://schemas.openxmlformats.org/officeDocument/2006/relationships" type="ellipse" r:blip="">
                    <dgm:adjLst/>
                  </dgm:shape>
                  <dgm:presOf/>
                  <dgm:constrLst/>
                </dgm:layoutNode>
              </dgm:layoutNode>
              <dgm:layoutNode name="L2TextContainer" styleLbl="revTx" moveWith="L1TextContainer">
                <dgm:varLst>
                  <dgm:bulletEnabled val="1"/>
                </dgm:varLst>
                <dgm:choose name="casesForTxtDirLogic">
                  <dgm:if name="Name77"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if>
                  <dgm:else name="Name88">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else>
                </dgm:choose>
                <dgm:shape xmlns:r="http://schemas.openxmlformats.org/officeDocument/2006/relationships" type="rect" r:blip="">
                  <dgm:adjLst/>
                </dgm:shape>
                <dgm:presOf axis="des" ptType="node"/>
                <dgm:ruleLst>
                  <dgm:rule type="primFontSz" val="5" fact="NaN" max="NaN"/>
                </dgm:ruleLst>
              </dgm:layoutNode>
              <dgm:layoutNode name="L1TextContainer"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dgm:constr type="tMarg"/>
                  <dgm:constr type="bMarg"/>
                </dgm:constrLst>
                <dgm:ruleLst>
                  <dgm:rule type="primFontSz" val="5" fact="NaN" max="NaN"/>
                </dgm:ruleLst>
              </dgm:layoutNode>
              <dgm:layoutNode name="ConnectLine" styleLbl="dkBgShp">
                <dgm:alg type="sp"/>
                <dgm:shape xmlns:r="http://schemas.openxmlformats.org/officeDocument/2006/relationships" type="rect" r:blip="">
                  <dgm:adjLst/>
                </dgm:shape>
                <dgm:presOf/>
                <dgm:constrLst/>
              </dgm:layoutNode>
              <dgm:layoutNode name="ConnectorPoint" moveWith="ConnectLine">
                <dgm:alg type="composite"/>
                <dgm:shape xmlns:r="http://schemas.openxmlformats.org/officeDocument/2006/relationships" r:blip="">
                  <dgm:adjLst/>
                </dgm:shape>
                <dgm:presOf/>
                <dgm:constrLst>
                  <dgm:constr type="w" for="ch" forName="Bullet" refType="w"/>
                  <dgm:constr type="h" for="ch" forName="Bullet" refType="w"/>
                  <dgm:constr type="ctrX" for="ch" forName="Bullet" refType="w" fact="0.5"/>
                  <dgm:constr type="ctrY" for="ch" forName="Bullet" refType="h" fact="0.5"/>
                </dgm:constrLst>
                <dgm:layoutNode name="Bullet" styleLbl="lnNode1">
                  <dgm:alg type="sp"/>
                  <dgm:shape xmlns:r="http://schemas.openxmlformats.org/officeDocument/2006/relationships" type="ellipse" r:blip="" zOrderOff="10">
                    <dgm:adjLst/>
                  </dgm:shape>
                  <dgm:presOf/>
                  <dgm:constrLst/>
                </dgm:layoutNode>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else>
      </dgm:choose>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a:extLst>
              <a:ext uri="{FF2B5EF4-FFF2-40B4-BE49-F238E27FC236}">
                <a16:creationId xmlns:a16="http://schemas.microsoft.com/office/drawing/2014/main" id="{5CFF4805-F831-2EF4-84D5-E1477244D9D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PT"/>
          </a:p>
        </p:txBody>
      </p:sp>
      <p:sp>
        <p:nvSpPr>
          <p:cNvPr id="3" name="Marcador de Posição da Data 2">
            <a:extLst>
              <a:ext uri="{FF2B5EF4-FFF2-40B4-BE49-F238E27FC236}">
                <a16:creationId xmlns:a16="http://schemas.microsoft.com/office/drawing/2014/main" id="{656E117E-4F65-EE4A-F271-51902F21A70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3BDAA3E-6733-4045-9A7F-828DE295C79D}" type="datetimeFigureOut">
              <a:rPr lang="pt-PT" smtClean="0"/>
              <a:t>07/07/2026</a:t>
            </a:fld>
            <a:endParaRPr lang="pt-PT"/>
          </a:p>
        </p:txBody>
      </p:sp>
      <p:sp>
        <p:nvSpPr>
          <p:cNvPr id="4" name="Marcador de Posição do Rodapé 3">
            <a:extLst>
              <a:ext uri="{FF2B5EF4-FFF2-40B4-BE49-F238E27FC236}">
                <a16:creationId xmlns:a16="http://schemas.microsoft.com/office/drawing/2014/main" id="{8D1ABE09-2446-3FEA-2CA3-B704F7C1618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PT"/>
          </a:p>
        </p:txBody>
      </p:sp>
      <p:sp>
        <p:nvSpPr>
          <p:cNvPr id="5" name="Marcador de Posição do Número do Diapositivo 4">
            <a:extLst>
              <a:ext uri="{FF2B5EF4-FFF2-40B4-BE49-F238E27FC236}">
                <a16:creationId xmlns:a16="http://schemas.microsoft.com/office/drawing/2014/main" id="{4962CCA9-DD97-A4ED-D6DC-BE88D621A88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073D5DF-1514-FF4F-8429-866121A18AE0}" type="slidenum">
              <a:rPr lang="pt-PT" smtClean="0"/>
              <a:t>‹#›</a:t>
            </a:fld>
            <a:endParaRPr lang="pt-PT"/>
          </a:p>
        </p:txBody>
      </p:sp>
    </p:spTree>
    <p:extLst>
      <p:ext uri="{BB962C8B-B14F-4D97-AF65-F5344CB8AC3E}">
        <p14:creationId xmlns:p14="http://schemas.microsoft.com/office/powerpoint/2010/main" val="104565144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PT"/>
          </a:p>
        </p:txBody>
      </p:sp>
      <p:sp>
        <p:nvSpPr>
          <p:cNvPr id="3" name="Marcador de Posição d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7CF91E-A161-D446-84EB-B44586E14DF5}" type="datetimeFigureOut">
              <a:rPr lang="pt-PT" smtClean="0"/>
              <a:t>07/07/2026</a:t>
            </a:fld>
            <a:endParaRPr lang="pt-PT"/>
          </a:p>
        </p:txBody>
      </p:sp>
      <p:sp>
        <p:nvSpPr>
          <p:cNvPr id="4" name="Marcador de Posição da Imagem do Diapositivo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PT"/>
          </a:p>
        </p:txBody>
      </p:sp>
      <p:sp>
        <p:nvSpPr>
          <p:cNvPr id="5" name="Marcador de Posição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p>
        </p:txBody>
      </p:sp>
      <p:sp>
        <p:nvSpPr>
          <p:cNvPr id="6" name="Marcador de Posição do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PT"/>
          </a:p>
        </p:txBody>
      </p:sp>
      <p:sp>
        <p:nvSpPr>
          <p:cNvPr id="7" name="Marcador de Posição do Número do Diapositivo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E43217-6237-6F4B-B863-CD4DEAF8B484}" type="slidenum">
              <a:rPr lang="pt-PT" smtClean="0"/>
              <a:t>‹#›</a:t>
            </a:fld>
            <a:endParaRPr lang="pt-PT"/>
          </a:p>
        </p:txBody>
      </p:sp>
    </p:spTree>
    <p:extLst>
      <p:ext uri="{BB962C8B-B14F-4D97-AF65-F5344CB8AC3E}">
        <p14:creationId xmlns:p14="http://schemas.microsoft.com/office/powerpoint/2010/main" val="1597229698"/>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200" b="0" i="0" kern="1200" dirty="0">
                <a:solidFill>
                  <a:schemeClr val="tx1"/>
                </a:solidFill>
                <a:effectLst/>
                <a:latin typeface="+mn-lt"/>
                <a:ea typeface="+mn-ea"/>
                <a:cs typeface="+mn-cs"/>
              </a:rPr>
              <a:t>No final dos anos 80 surgiram as primeiras firewalls baseadas em filtragem de pacotes, que operavam na camada de rede (camada 3 do modelo OSI)</a:t>
            </a:r>
            <a:r>
              <a:rPr lang="pt-PT" sz="1200" kern="1200" dirty="0">
                <a:solidFill>
                  <a:schemeClr val="tx1"/>
                </a:solidFill>
                <a:effectLst/>
                <a:latin typeface="+mn-lt"/>
                <a:ea typeface="+mn-ea"/>
                <a:cs typeface="+mn-cs"/>
              </a:rPr>
              <a:t>. Analisavam informações básicas como endereços IP de origem e destino, portas e protocolos, decidindo se a comunicação devia ser permitida ou bloqueada. </a:t>
            </a:r>
          </a:p>
          <a:p>
            <a:pPr marL="0" marR="0" lvl="0" indent="0" algn="l" defTabSz="914400" rtl="0" eaLnBrk="1" fontAlgn="auto" latinLnBrk="0" hangingPunct="1">
              <a:lnSpc>
                <a:spcPct val="100000"/>
              </a:lnSpc>
              <a:spcBef>
                <a:spcPts val="0"/>
              </a:spcBef>
              <a:spcAft>
                <a:spcPts val="0"/>
              </a:spcAft>
              <a:buClrTx/>
              <a:buSzTx/>
              <a:buFontTx/>
              <a:buNone/>
              <a:tabLst/>
              <a:defRPr/>
            </a:pPr>
            <a:r>
              <a:rPr lang="pt-PT" sz="1200" b="0" i="0" kern="1200" dirty="0">
                <a:solidFill>
                  <a:schemeClr val="tx1"/>
                </a:solidFill>
                <a:effectLst/>
                <a:latin typeface="+mn-lt"/>
                <a:ea typeface="+mn-ea"/>
                <a:cs typeface="+mn-cs"/>
              </a:rPr>
              <a:t>Nos anos 90 surgiu a tecnologia Stateful Inspection, permitindo às firewalls acompanhar o estado das ligações e distinguir sessões legítimas de tentativas de ligação inesperadas.</a:t>
            </a:r>
            <a:endParaRPr lang="pt-PT"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pt-PT" sz="1200" kern="1200" dirty="0">
                <a:solidFill>
                  <a:schemeClr val="tx1"/>
                </a:solidFill>
                <a:effectLst/>
                <a:latin typeface="+mn-lt"/>
                <a:ea typeface="+mn-ea"/>
                <a:cs typeface="+mn-cs"/>
              </a:rPr>
              <a:t>Mais tarde as firewalls são introduzidas na sétima camada do modelo OSI – camada de aplicação e </a:t>
            </a:r>
            <a:r>
              <a:rPr lang="pt-PT" sz="1200" b="0" i="0" kern="1200" dirty="0">
                <a:solidFill>
                  <a:schemeClr val="tx1"/>
                </a:solidFill>
                <a:effectLst/>
                <a:latin typeface="+mn-lt"/>
                <a:ea typeface="+mn-ea"/>
                <a:cs typeface="+mn-cs"/>
              </a:rPr>
              <a:t>já conseguiam analisar o tipo de aplicação utilizada e identificar tráfego malicioso escondido dentro de comunicações aparentemente legítimas. </a:t>
            </a:r>
          </a:p>
          <a:p>
            <a:pPr marL="0" marR="0" lvl="0" indent="0" algn="l" defTabSz="914400" rtl="0" eaLnBrk="1" fontAlgn="auto" latinLnBrk="0" hangingPunct="1">
              <a:lnSpc>
                <a:spcPct val="100000"/>
              </a:lnSpc>
              <a:spcBef>
                <a:spcPts val="0"/>
              </a:spcBef>
              <a:spcAft>
                <a:spcPts val="0"/>
              </a:spcAft>
              <a:buClrTx/>
              <a:buSzTx/>
              <a:buFontTx/>
              <a:buNone/>
              <a:tabLst/>
              <a:defRPr/>
            </a:pPr>
            <a:r>
              <a:rPr lang="pt-PT" sz="1200" kern="1200" dirty="0">
                <a:solidFill>
                  <a:schemeClr val="tx1"/>
                </a:solidFill>
                <a:effectLst/>
                <a:latin typeface="+mn-lt"/>
                <a:ea typeface="+mn-ea"/>
                <a:cs typeface="+mn-cs"/>
              </a:rPr>
              <a:t>Com o aumento rápido das ameaças cibernéticas e</a:t>
            </a:r>
            <a:r>
              <a:rPr lang="pt-PT" sz="1200" b="0" i="0" kern="1200" dirty="0">
                <a:solidFill>
                  <a:schemeClr val="tx1"/>
                </a:solidFill>
                <a:effectLst/>
                <a:latin typeface="+mn-lt"/>
                <a:ea typeface="+mn-ea"/>
                <a:cs typeface="+mn-cs"/>
              </a:rPr>
              <a:t>m 2008 surgiram as firewalls de última geração que combinam as capacidades tradicionais das firewalls com funcionalidades avançadas, como Inspeção profunda de pacotes (DPI), prevenção de invasões (IPS), controlo de aplicações, filtragem de conteúdos entre outras. </a:t>
            </a:r>
          </a:p>
          <a:p>
            <a:pPr fontAlgn="t"/>
            <a:r>
              <a:rPr lang="pt-PT" sz="1200" b="0" i="0" kern="1200" dirty="0">
                <a:solidFill>
                  <a:schemeClr val="tx1"/>
                </a:solidFill>
                <a:effectLst/>
                <a:latin typeface="+mn-lt"/>
                <a:ea typeface="+mn-ea"/>
                <a:cs typeface="+mn-cs"/>
              </a:rPr>
              <a:t>Uma analogia simples é a evolução do controlo de fronteiras: inicialmente verificava-se apenas a identidade do viajante, mas atualmente são analisados vários elementos adicionais. De forma semelhante, as firewalls evoluíram de uma simples verificação dos cabeçalhos dos pacotes para uma análise profunda do seu conteúdo através da DPI.</a:t>
            </a:r>
          </a:p>
        </p:txBody>
      </p:sp>
    </p:spTree>
    <p:extLst>
      <p:ext uri="{BB962C8B-B14F-4D97-AF65-F5344CB8AC3E}">
        <p14:creationId xmlns:p14="http://schemas.microsoft.com/office/powerpoint/2010/main" val="4885190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lide Abertura 1">
    <p:spTree>
      <p:nvGrpSpPr>
        <p:cNvPr id="1" name=""/>
        <p:cNvGrpSpPr/>
        <p:nvPr/>
      </p:nvGrpSpPr>
      <p:grpSpPr>
        <a:xfrm>
          <a:off x="0" y="0"/>
          <a:ext cx="0" cy="0"/>
          <a:chOff x="0" y="0"/>
          <a:chExt cx="0" cy="0"/>
        </a:xfrm>
      </p:grpSpPr>
      <p:pic>
        <p:nvPicPr>
          <p:cNvPr id="6" name="Imagem 5" descr="Uma imagem com texto, ClipArt, gráficos de vetor&#10;&#10;Descrição gerada automaticamente">
            <a:extLst>
              <a:ext uri="{FF2B5EF4-FFF2-40B4-BE49-F238E27FC236}">
                <a16:creationId xmlns:a16="http://schemas.microsoft.com/office/drawing/2014/main" id="{F9B9E2B7-C678-EEAB-4A28-DE231203C4F3}"/>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8050202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lide Abertura 2">
    <p:spTree>
      <p:nvGrpSpPr>
        <p:cNvPr id="1" name=""/>
        <p:cNvGrpSpPr/>
        <p:nvPr/>
      </p:nvGrpSpPr>
      <p:grpSpPr>
        <a:xfrm>
          <a:off x="0" y="0"/>
          <a:ext cx="0" cy="0"/>
          <a:chOff x="0" y="0"/>
          <a:chExt cx="0" cy="0"/>
        </a:xfrm>
      </p:grpSpPr>
      <p:sp>
        <p:nvSpPr>
          <p:cNvPr id="3" name="Marcador de Posição do Número do Diapositivo 2">
            <a:extLst>
              <a:ext uri="{FF2B5EF4-FFF2-40B4-BE49-F238E27FC236}">
                <a16:creationId xmlns:a16="http://schemas.microsoft.com/office/drawing/2014/main" id="{06DFE18B-40D5-1C2C-E160-15A4C4420F4A}"/>
              </a:ext>
            </a:extLst>
          </p:cNvPr>
          <p:cNvSpPr>
            <a:spLocks noGrp="1"/>
          </p:cNvSpPr>
          <p:nvPr>
            <p:ph type="sldNum" sz="quarter" idx="10"/>
          </p:nvPr>
        </p:nvSpPr>
        <p:spPr/>
        <p:txBody>
          <a:bodyPr/>
          <a:lstStyle/>
          <a:p>
            <a:fld id="{D7FD74A0-B0CA-444B-9BD0-EF67B043F227}" type="slidenum">
              <a:rPr lang="pt-PT" smtClean="0"/>
              <a:pPr/>
              <a:t>‹#›</a:t>
            </a:fld>
            <a:endParaRPr lang="pt-PT" dirty="0"/>
          </a:p>
        </p:txBody>
      </p:sp>
      <p:pic>
        <p:nvPicPr>
          <p:cNvPr id="5" name="Imagem 4">
            <a:extLst>
              <a:ext uri="{FF2B5EF4-FFF2-40B4-BE49-F238E27FC236}">
                <a16:creationId xmlns:a16="http://schemas.microsoft.com/office/drawing/2014/main" id="{A155069E-4ABD-D767-6853-D2E718E2765D}"/>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ítulo 1">
            <a:extLst>
              <a:ext uri="{FF2B5EF4-FFF2-40B4-BE49-F238E27FC236}">
                <a16:creationId xmlns:a16="http://schemas.microsoft.com/office/drawing/2014/main" id="{3160ADD5-C66D-01EB-06A6-252AD8B25B03}"/>
              </a:ext>
            </a:extLst>
          </p:cNvPr>
          <p:cNvSpPr>
            <a:spLocks noGrp="1"/>
          </p:cNvSpPr>
          <p:nvPr>
            <p:ph type="ctrTitle" hasCustomPrompt="1"/>
          </p:nvPr>
        </p:nvSpPr>
        <p:spPr>
          <a:xfrm>
            <a:off x="4487158" y="3721028"/>
            <a:ext cx="7200000" cy="2880000"/>
          </a:xfrm>
          <a:prstGeom prst="rect">
            <a:avLst/>
          </a:prstGeom>
          <a:noFill/>
        </p:spPr>
        <p:txBody>
          <a:bodyPr lIns="0" tIns="0" rIns="0" bIns="0" anchor="t" anchorCtr="0"/>
          <a:lstStyle>
            <a:lvl1pPr algn="l">
              <a:defRPr sz="5000" b="0">
                <a:solidFill>
                  <a:srgbClr val="9A1A24"/>
                </a:solidFill>
              </a:defRPr>
            </a:lvl1pPr>
          </a:lstStyle>
          <a:p>
            <a:r>
              <a:rPr lang="pt-PT" dirty="0"/>
              <a:t>Título</a:t>
            </a:r>
            <a:br>
              <a:rPr lang="pt-PT" dirty="0"/>
            </a:br>
            <a:r>
              <a:rPr lang="pt-PT" dirty="0"/>
              <a:t>Título</a:t>
            </a:r>
            <a:br>
              <a:rPr lang="pt-PT" dirty="0"/>
            </a:br>
            <a:r>
              <a:rPr lang="pt-PT" dirty="0"/>
              <a:t>Subtítulo</a:t>
            </a:r>
          </a:p>
        </p:txBody>
      </p:sp>
    </p:spTree>
    <p:extLst>
      <p:ext uri="{BB962C8B-B14F-4D97-AF65-F5344CB8AC3E}">
        <p14:creationId xmlns:p14="http://schemas.microsoft.com/office/powerpoint/2010/main" val="25947249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Miolo 1">
    <p:spTree>
      <p:nvGrpSpPr>
        <p:cNvPr id="1" name=""/>
        <p:cNvGrpSpPr/>
        <p:nvPr/>
      </p:nvGrpSpPr>
      <p:grpSpPr>
        <a:xfrm>
          <a:off x="0" y="0"/>
          <a:ext cx="0" cy="0"/>
          <a:chOff x="0" y="0"/>
          <a:chExt cx="0" cy="0"/>
        </a:xfrm>
      </p:grpSpPr>
      <p:pic>
        <p:nvPicPr>
          <p:cNvPr id="4" name="Imagem 3">
            <a:extLst>
              <a:ext uri="{FF2B5EF4-FFF2-40B4-BE49-F238E27FC236}">
                <a16:creationId xmlns:a16="http://schemas.microsoft.com/office/drawing/2014/main" id="{81392BAC-635F-7496-A624-E8F12F58E93B}"/>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7" name="Título 1">
            <a:extLst>
              <a:ext uri="{FF2B5EF4-FFF2-40B4-BE49-F238E27FC236}">
                <a16:creationId xmlns:a16="http://schemas.microsoft.com/office/drawing/2014/main" id="{8E85FE51-0CDA-C1D3-FB0D-EAD0413F88B8}"/>
              </a:ext>
            </a:extLst>
          </p:cNvPr>
          <p:cNvSpPr>
            <a:spLocks noGrp="1"/>
          </p:cNvSpPr>
          <p:nvPr>
            <p:ph type="ctrTitle" hasCustomPrompt="1"/>
          </p:nvPr>
        </p:nvSpPr>
        <p:spPr>
          <a:xfrm>
            <a:off x="491429" y="374514"/>
            <a:ext cx="11160000" cy="720000"/>
          </a:xfrm>
          <a:prstGeom prst="rect">
            <a:avLst/>
          </a:prstGeom>
          <a:noFill/>
        </p:spPr>
        <p:txBody>
          <a:bodyPr lIns="0" tIns="0" rIns="0" bIns="0" anchor="t" anchorCtr="0"/>
          <a:lstStyle>
            <a:lvl1pPr algn="l">
              <a:defRPr sz="5000">
                <a:solidFill>
                  <a:srgbClr val="9A1A24"/>
                </a:solidFill>
              </a:defRPr>
            </a:lvl1pPr>
          </a:lstStyle>
          <a:p>
            <a:r>
              <a:rPr lang="pt-PT" dirty="0"/>
              <a:t>Título</a:t>
            </a:r>
            <a:br>
              <a:rPr lang="pt-PT" dirty="0"/>
            </a:br>
            <a:endParaRPr lang="pt-PT" dirty="0"/>
          </a:p>
        </p:txBody>
      </p:sp>
      <p:sp>
        <p:nvSpPr>
          <p:cNvPr id="19" name="Marcador de Posição do Texto 3">
            <a:extLst>
              <a:ext uri="{FF2B5EF4-FFF2-40B4-BE49-F238E27FC236}">
                <a16:creationId xmlns:a16="http://schemas.microsoft.com/office/drawing/2014/main" id="{8590D4D6-D72F-98C0-EB76-27CFAEFA5A17}"/>
              </a:ext>
            </a:extLst>
          </p:cNvPr>
          <p:cNvSpPr>
            <a:spLocks noGrp="1"/>
          </p:cNvSpPr>
          <p:nvPr>
            <p:ph type="body" sz="half" idx="2" hasCustomPrompt="1"/>
          </p:nvPr>
        </p:nvSpPr>
        <p:spPr>
          <a:xfrm>
            <a:off x="491429" y="1114857"/>
            <a:ext cx="11160000" cy="360000"/>
          </a:xfrm>
          <a:prstGeom prst="rect">
            <a:avLst/>
          </a:prstGeom>
        </p:spPr>
        <p:txBody>
          <a:bodyPr lIns="0" tIns="0" rIns="0" bIns="0"/>
          <a:lstStyle>
            <a:lvl1pPr marL="0" indent="0">
              <a:buNone/>
              <a:defRPr sz="2500" b="0">
                <a:solidFill>
                  <a:srgbClr val="9A1A24"/>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PT" dirty="0"/>
              <a:t>Subtítulo</a:t>
            </a:r>
          </a:p>
        </p:txBody>
      </p:sp>
      <p:sp>
        <p:nvSpPr>
          <p:cNvPr id="6" name="Marcador de Posição do Número do Diapositivo 5">
            <a:extLst>
              <a:ext uri="{FF2B5EF4-FFF2-40B4-BE49-F238E27FC236}">
                <a16:creationId xmlns:a16="http://schemas.microsoft.com/office/drawing/2014/main" id="{783C3DE0-112A-A67C-3A54-F2E2B2666E64}"/>
              </a:ext>
            </a:extLst>
          </p:cNvPr>
          <p:cNvSpPr>
            <a:spLocks noGrp="1"/>
          </p:cNvSpPr>
          <p:nvPr>
            <p:ph type="sldNum" sz="quarter" idx="12"/>
          </p:nvPr>
        </p:nvSpPr>
        <p:spPr/>
        <p:txBody>
          <a:bodyPr/>
          <a:lstStyle/>
          <a:p>
            <a:fld id="{D7FD74A0-B0CA-444B-9BD0-EF67B043F227}" type="slidenum">
              <a:rPr lang="pt-PT" smtClean="0"/>
              <a:pPr/>
              <a:t>‹#›</a:t>
            </a:fld>
            <a:endParaRPr lang="pt-PT" dirty="0"/>
          </a:p>
        </p:txBody>
      </p:sp>
    </p:spTree>
    <p:extLst>
      <p:ext uri="{BB962C8B-B14F-4D97-AF65-F5344CB8AC3E}">
        <p14:creationId xmlns:p14="http://schemas.microsoft.com/office/powerpoint/2010/main" val="23086332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iolo 2">
    <p:spTree>
      <p:nvGrpSpPr>
        <p:cNvPr id="1" name=""/>
        <p:cNvGrpSpPr/>
        <p:nvPr/>
      </p:nvGrpSpPr>
      <p:grpSpPr>
        <a:xfrm>
          <a:off x="0" y="0"/>
          <a:ext cx="0" cy="0"/>
          <a:chOff x="0" y="0"/>
          <a:chExt cx="0" cy="0"/>
        </a:xfrm>
      </p:grpSpPr>
      <p:pic>
        <p:nvPicPr>
          <p:cNvPr id="6" name="Imagem 5">
            <a:extLst>
              <a:ext uri="{FF2B5EF4-FFF2-40B4-BE49-F238E27FC236}">
                <a16:creationId xmlns:a16="http://schemas.microsoft.com/office/drawing/2014/main" id="{1A72FDD4-6172-F4BB-3C30-5D205B6521D4}"/>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7" name="Título 1">
            <a:extLst>
              <a:ext uri="{FF2B5EF4-FFF2-40B4-BE49-F238E27FC236}">
                <a16:creationId xmlns:a16="http://schemas.microsoft.com/office/drawing/2014/main" id="{8E85FE51-0CDA-C1D3-FB0D-EAD0413F88B8}"/>
              </a:ext>
            </a:extLst>
          </p:cNvPr>
          <p:cNvSpPr>
            <a:spLocks noGrp="1"/>
          </p:cNvSpPr>
          <p:nvPr>
            <p:ph type="ctrTitle" hasCustomPrompt="1"/>
          </p:nvPr>
        </p:nvSpPr>
        <p:spPr>
          <a:xfrm>
            <a:off x="491429" y="374514"/>
            <a:ext cx="11160000" cy="720000"/>
          </a:xfrm>
          <a:prstGeom prst="rect">
            <a:avLst/>
          </a:prstGeom>
          <a:noFill/>
        </p:spPr>
        <p:txBody>
          <a:bodyPr lIns="0" tIns="0" rIns="0" bIns="0" anchor="t" anchorCtr="0"/>
          <a:lstStyle>
            <a:lvl1pPr algn="l">
              <a:defRPr sz="5000">
                <a:solidFill>
                  <a:srgbClr val="9A1A24"/>
                </a:solidFill>
              </a:defRPr>
            </a:lvl1pPr>
          </a:lstStyle>
          <a:p>
            <a:r>
              <a:rPr lang="pt-PT" dirty="0"/>
              <a:t>Título</a:t>
            </a:r>
            <a:br>
              <a:rPr lang="pt-PT" dirty="0"/>
            </a:br>
            <a:endParaRPr lang="pt-PT" dirty="0"/>
          </a:p>
        </p:txBody>
      </p:sp>
      <p:sp>
        <p:nvSpPr>
          <p:cNvPr id="19" name="Marcador de Posição do Texto 3">
            <a:extLst>
              <a:ext uri="{FF2B5EF4-FFF2-40B4-BE49-F238E27FC236}">
                <a16:creationId xmlns:a16="http://schemas.microsoft.com/office/drawing/2014/main" id="{8590D4D6-D72F-98C0-EB76-27CFAEFA5A17}"/>
              </a:ext>
            </a:extLst>
          </p:cNvPr>
          <p:cNvSpPr>
            <a:spLocks noGrp="1"/>
          </p:cNvSpPr>
          <p:nvPr>
            <p:ph type="body" sz="half" idx="2" hasCustomPrompt="1"/>
          </p:nvPr>
        </p:nvSpPr>
        <p:spPr>
          <a:xfrm>
            <a:off x="491429" y="1114860"/>
            <a:ext cx="11160000" cy="360000"/>
          </a:xfrm>
          <a:prstGeom prst="rect">
            <a:avLst/>
          </a:prstGeom>
        </p:spPr>
        <p:txBody>
          <a:bodyPr lIns="0" tIns="0" rIns="0" bIns="0"/>
          <a:lstStyle>
            <a:lvl1pPr marL="0" indent="0">
              <a:buNone/>
              <a:defRPr sz="2500" b="0" i="0">
                <a:solidFill>
                  <a:srgbClr val="9A1A24"/>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PT" dirty="0"/>
              <a:t>Subtítulo</a:t>
            </a:r>
          </a:p>
        </p:txBody>
      </p:sp>
      <p:sp>
        <p:nvSpPr>
          <p:cNvPr id="2" name="Marcador de Posição do Texto 3">
            <a:extLst>
              <a:ext uri="{FF2B5EF4-FFF2-40B4-BE49-F238E27FC236}">
                <a16:creationId xmlns:a16="http://schemas.microsoft.com/office/drawing/2014/main" id="{7B91F619-EBC8-FBF2-2169-56B891CD881E}"/>
              </a:ext>
            </a:extLst>
          </p:cNvPr>
          <p:cNvSpPr>
            <a:spLocks noGrp="1"/>
          </p:cNvSpPr>
          <p:nvPr>
            <p:ph type="body" sz="half" idx="10" hasCustomPrompt="1"/>
          </p:nvPr>
        </p:nvSpPr>
        <p:spPr>
          <a:xfrm>
            <a:off x="491429" y="1908000"/>
            <a:ext cx="11160000" cy="360000"/>
          </a:xfrm>
          <a:prstGeom prst="rect">
            <a:avLst/>
          </a:prstGeom>
        </p:spPr>
        <p:txBody>
          <a:bodyPr lIns="0" tIns="0" rIns="0" bIns="0"/>
          <a:lstStyle>
            <a:lvl1pPr marL="0" indent="0">
              <a:buNone/>
              <a:defRPr sz="2500" b="0">
                <a:solidFill>
                  <a:srgbClr val="A5ACB0"/>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PT" dirty="0"/>
              <a:t>Nível 1</a:t>
            </a:r>
          </a:p>
        </p:txBody>
      </p:sp>
      <p:sp>
        <p:nvSpPr>
          <p:cNvPr id="3" name="Marcador de Posição do Texto 3">
            <a:extLst>
              <a:ext uri="{FF2B5EF4-FFF2-40B4-BE49-F238E27FC236}">
                <a16:creationId xmlns:a16="http://schemas.microsoft.com/office/drawing/2014/main" id="{0410BFC6-A19B-8F61-0E9C-EEE7D281A9BE}"/>
              </a:ext>
            </a:extLst>
          </p:cNvPr>
          <p:cNvSpPr>
            <a:spLocks noGrp="1"/>
          </p:cNvSpPr>
          <p:nvPr>
            <p:ph type="body" sz="half" idx="11" hasCustomPrompt="1"/>
          </p:nvPr>
        </p:nvSpPr>
        <p:spPr>
          <a:xfrm>
            <a:off x="491429" y="2445029"/>
            <a:ext cx="11160000" cy="360000"/>
          </a:xfrm>
          <a:prstGeom prst="rect">
            <a:avLst/>
          </a:prstGeom>
        </p:spPr>
        <p:txBody>
          <a:bodyPr lIns="0" tIns="0" rIns="0" bIns="0"/>
          <a:lstStyle>
            <a:lvl1pPr marL="0" indent="0">
              <a:buNone/>
              <a:defRPr sz="2500" b="0">
                <a:solidFill>
                  <a:srgbClr val="A5ACB0"/>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PT" dirty="0"/>
              <a:t>Nível 2</a:t>
            </a:r>
          </a:p>
        </p:txBody>
      </p:sp>
      <p:sp>
        <p:nvSpPr>
          <p:cNvPr id="4" name="Marcador de Posição do Texto 3">
            <a:extLst>
              <a:ext uri="{FF2B5EF4-FFF2-40B4-BE49-F238E27FC236}">
                <a16:creationId xmlns:a16="http://schemas.microsoft.com/office/drawing/2014/main" id="{5D28F95E-8A07-038B-0A0C-C6D369E27360}"/>
              </a:ext>
            </a:extLst>
          </p:cNvPr>
          <p:cNvSpPr>
            <a:spLocks noGrp="1"/>
          </p:cNvSpPr>
          <p:nvPr>
            <p:ph type="body" sz="half" idx="12" hasCustomPrompt="1"/>
          </p:nvPr>
        </p:nvSpPr>
        <p:spPr>
          <a:xfrm>
            <a:off x="491429" y="2982058"/>
            <a:ext cx="11160000" cy="360000"/>
          </a:xfrm>
          <a:prstGeom prst="rect">
            <a:avLst/>
          </a:prstGeom>
        </p:spPr>
        <p:txBody>
          <a:bodyPr lIns="0" tIns="0" rIns="0" bIns="0"/>
          <a:lstStyle>
            <a:lvl1pPr marL="0" indent="0">
              <a:buNone/>
              <a:defRPr sz="2500" b="0">
                <a:solidFill>
                  <a:srgbClr val="A5ACB0"/>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PT" dirty="0"/>
              <a:t>Nível 3</a:t>
            </a:r>
          </a:p>
        </p:txBody>
      </p:sp>
      <p:sp>
        <p:nvSpPr>
          <p:cNvPr id="5" name="Marcador de Posição do Texto 3">
            <a:extLst>
              <a:ext uri="{FF2B5EF4-FFF2-40B4-BE49-F238E27FC236}">
                <a16:creationId xmlns:a16="http://schemas.microsoft.com/office/drawing/2014/main" id="{F1E522B4-07FE-30CB-6575-2EC44CE5651E}"/>
              </a:ext>
            </a:extLst>
          </p:cNvPr>
          <p:cNvSpPr>
            <a:spLocks noGrp="1"/>
          </p:cNvSpPr>
          <p:nvPr>
            <p:ph type="body" sz="half" idx="13" hasCustomPrompt="1"/>
          </p:nvPr>
        </p:nvSpPr>
        <p:spPr>
          <a:xfrm>
            <a:off x="491429" y="3515943"/>
            <a:ext cx="11160000" cy="360000"/>
          </a:xfrm>
          <a:prstGeom prst="rect">
            <a:avLst/>
          </a:prstGeom>
        </p:spPr>
        <p:txBody>
          <a:bodyPr lIns="0" tIns="0" rIns="0" bIns="0"/>
          <a:lstStyle>
            <a:lvl1pPr marL="0" indent="0">
              <a:buNone/>
              <a:defRPr sz="2500" b="0">
                <a:solidFill>
                  <a:srgbClr val="A5ACB0"/>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PT" dirty="0"/>
              <a:t>Nível 4</a:t>
            </a:r>
          </a:p>
        </p:txBody>
      </p:sp>
      <p:sp>
        <p:nvSpPr>
          <p:cNvPr id="8" name="Marcador de Posição do Número do Diapositivo 7">
            <a:extLst>
              <a:ext uri="{FF2B5EF4-FFF2-40B4-BE49-F238E27FC236}">
                <a16:creationId xmlns:a16="http://schemas.microsoft.com/office/drawing/2014/main" id="{DB6B56A8-8DA3-D577-6815-3D975C8726B5}"/>
              </a:ext>
            </a:extLst>
          </p:cNvPr>
          <p:cNvSpPr>
            <a:spLocks noGrp="1"/>
          </p:cNvSpPr>
          <p:nvPr>
            <p:ph type="sldNum" sz="quarter" idx="16"/>
          </p:nvPr>
        </p:nvSpPr>
        <p:spPr/>
        <p:txBody>
          <a:bodyPr/>
          <a:lstStyle/>
          <a:p>
            <a:fld id="{D7FD74A0-B0CA-444B-9BD0-EF67B043F227}" type="slidenum">
              <a:rPr lang="pt-PT" smtClean="0"/>
              <a:pPr/>
              <a:t>‹#›</a:t>
            </a:fld>
            <a:endParaRPr lang="pt-PT" dirty="0"/>
          </a:p>
        </p:txBody>
      </p:sp>
    </p:spTree>
    <p:extLst>
      <p:ext uri="{BB962C8B-B14F-4D97-AF65-F5344CB8AC3E}">
        <p14:creationId xmlns:p14="http://schemas.microsoft.com/office/powerpoint/2010/main" val="42795771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Miolo 3">
    <p:spTree>
      <p:nvGrpSpPr>
        <p:cNvPr id="1" name=""/>
        <p:cNvGrpSpPr/>
        <p:nvPr/>
      </p:nvGrpSpPr>
      <p:grpSpPr>
        <a:xfrm>
          <a:off x="0" y="0"/>
          <a:ext cx="0" cy="0"/>
          <a:chOff x="0" y="0"/>
          <a:chExt cx="0" cy="0"/>
        </a:xfrm>
      </p:grpSpPr>
      <p:pic>
        <p:nvPicPr>
          <p:cNvPr id="3" name="Imagem 2">
            <a:extLst>
              <a:ext uri="{FF2B5EF4-FFF2-40B4-BE49-F238E27FC236}">
                <a16:creationId xmlns:a16="http://schemas.microsoft.com/office/drawing/2014/main" id="{552665D5-D709-08B3-2AB5-CAE431F7147E}"/>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9" name="Marcador de Posição do Texto 3">
            <a:extLst>
              <a:ext uri="{FF2B5EF4-FFF2-40B4-BE49-F238E27FC236}">
                <a16:creationId xmlns:a16="http://schemas.microsoft.com/office/drawing/2014/main" id="{8590D4D6-D72F-98C0-EB76-27CFAEFA5A17}"/>
              </a:ext>
            </a:extLst>
          </p:cNvPr>
          <p:cNvSpPr>
            <a:spLocks noGrp="1"/>
          </p:cNvSpPr>
          <p:nvPr>
            <p:ph type="body" sz="half" idx="2" hasCustomPrompt="1"/>
          </p:nvPr>
        </p:nvSpPr>
        <p:spPr>
          <a:xfrm>
            <a:off x="491429" y="1114860"/>
            <a:ext cx="11160000" cy="360000"/>
          </a:xfrm>
          <a:prstGeom prst="rect">
            <a:avLst/>
          </a:prstGeom>
        </p:spPr>
        <p:txBody>
          <a:bodyPr lIns="0" tIns="0" rIns="0" bIns="0"/>
          <a:lstStyle>
            <a:lvl1pPr marL="0" indent="0">
              <a:buNone/>
              <a:defRPr sz="2500" b="0">
                <a:solidFill>
                  <a:srgbClr val="9A1A24"/>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PT" dirty="0"/>
              <a:t>Subtítulo</a:t>
            </a:r>
          </a:p>
        </p:txBody>
      </p:sp>
      <p:sp>
        <p:nvSpPr>
          <p:cNvPr id="2" name="Marcador de Posição do Texto 3">
            <a:extLst>
              <a:ext uri="{FF2B5EF4-FFF2-40B4-BE49-F238E27FC236}">
                <a16:creationId xmlns:a16="http://schemas.microsoft.com/office/drawing/2014/main" id="{7B91F619-EBC8-FBF2-2169-56B891CD881E}"/>
              </a:ext>
            </a:extLst>
          </p:cNvPr>
          <p:cNvSpPr>
            <a:spLocks noGrp="1"/>
          </p:cNvSpPr>
          <p:nvPr>
            <p:ph type="body" sz="half" idx="10" hasCustomPrompt="1"/>
          </p:nvPr>
        </p:nvSpPr>
        <p:spPr>
          <a:xfrm>
            <a:off x="491429" y="1908000"/>
            <a:ext cx="5400000" cy="4320000"/>
          </a:xfrm>
          <a:prstGeom prst="rect">
            <a:avLst/>
          </a:prstGeom>
        </p:spPr>
        <p:txBody>
          <a:bodyPr lIns="0" tIns="0" rIns="0" bIns="0"/>
          <a:lstStyle>
            <a:lvl1pPr marL="0" indent="0">
              <a:buNone/>
              <a:defRPr sz="2500" b="0">
                <a:solidFill>
                  <a:schemeClr val="tx1">
                    <a:lumMod val="65000"/>
                    <a:lumOff val="3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PT" dirty="0"/>
              <a:t>Inserir texto</a:t>
            </a:r>
          </a:p>
        </p:txBody>
      </p:sp>
      <p:sp>
        <p:nvSpPr>
          <p:cNvPr id="7" name="Marcador de Posição do Texto 3">
            <a:extLst>
              <a:ext uri="{FF2B5EF4-FFF2-40B4-BE49-F238E27FC236}">
                <a16:creationId xmlns:a16="http://schemas.microsoft.com/office/drawing/2014/main" id="{7DCD7AEE-019F-339B-D50B-A825437D5DF2}"/>
              </a:ext>
            </a:extLst>
          </p:cNvPr>
          <p:cNvSpPr>
            <a:spLocks noGrp="1"/>
          </p:cNvSpPr>
          <p:nvPr>
            <p:ph type="body" sz="half" idx="11" hasCustomPrompt="1"/>
          </p:nvPr>
        </p:nvSpPr>
        <p:spPr>
          <a:xfrm>
            <a:off x="6251429" y="1908000"/>
            <a:ext cx="5400000" cy="4320000"/>
          </a:xfrm>
          <a:prstGeom prst="rect">
            <a:avLst/>
          </a:prstGeom>
        </p:spPr>
        <p:txBody>
          <a:bodyPr lIns="0" tIns="0" rIns="0" bIns="0"/>
          <a:lstStyle>
            <a:lvl1pPr marL="0" indent="0">
              <a:buNone/>
              <a:defRPr sz="2500" b="0">
                <a:solidFill>
                  <a:schemeClr val="tx1">
                    <a:lumMod val="65000"/>
                    <a:lumOff val="3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PT" dirty="0"/>
              <a:t>Inserir texto</a:t>
            </a:r>
          </a:p>
        </p:txBody>
      </p:sp>
      <p:sp>
        <p:nvSpPr>
          <p:cNvPr id="5" name="Marcador de Posição do Número do Diapositivo 4">
            <a:extLst>
              <a:ext uri="{FF2B5EF4-FFF2-40B4-BE49-F238E27FC236}">
                <a16:creationId xmlns:a16="http://schemas.microsoft.com/office/drawing/2014/main" id="{B3BC1A4A-9D2C-AA23-CBC9-1F12ED8747ED}"/>
              </a:ext>
            </a:extLst>
          </p:cNvPr>
          <p:cNvSpPr>
            <a:spLocks noGrp="1"/>
          </p:cNvSpPr>
          <p:nvPr>
            <p:ph type="sldNum" sz="quarter" idx="14"/>
          </p:nvPr>
        </p:nvSpPr>
        <p:spPr/>
        <p:txBody>
          <a:bodyPr/>
          <a:lstStyle/>
          <a:p>
            <a:fld id="{D7FD74A0-B0CA-444B-9BD0-EF67B043F227}" type="slidenum">
              <a:rPr lang="pt-PT" smtClean="0"/>
              <a:pPr/>
              <a:t>‹#›</a:t>
            </a:fld>
            <a:endParaRPr lang="pt-PT" dirty="0"/>
          </a:p>
        </p:txBody>
      </p:sp>
      <p:sp>
        <p:nvSpPr>
          <p:cNvPr id="10" name="Título 1">
            <a:extLst>
              <a:ext uri="{FF2B5EF4-FFF2-40B4-BE49-F238E27FC236}">
                <a16:creationId xmlns:a16="http://schemas.microsoft.com/office/drawing/2014/main" id="{E4CCD065-AB11-6474-CC66-629E55A19043}"/>
              </a:ext>
            </a:extLst>
          </p:cNvPr>
          <p:cNvSpPr>
            <a:spLocks noGrp="1"/>
          </p:cNvSpPr>
          <p:nvPr>
            <p:ph type="ctrTitle" hasCustomPrompt="1"/>
          </p:nvPr>
        </p:nvSpPr>
        <p:spPr>
          <a:xfrm>
            <a:off x="491429" y="374514"/>
            <a:ext cx="11160000" cy="720000"/>
          </a:xfrm>
          <a:prstGeom prst="rect">
            <a:avLst/>
          </a:prstGeom>
          <a:noFill/>
        </p:spPr>
        <p:txBody>
          <a:bodyPr lIns="0" tIns="0" rIns="0" bIns="0" anchor="t" anchorCtr="0"/>
          <a:lstStyle>
            <a:lvl1pPr algn="l">
              <a:defRPr sz="5000">
                <a:solidFill>
                  <a:srgbClr val="9A1A24"/>
                </a:solidFill>
              </a:defRPr>
            </a:lvl1pPr>
          </a:lstStyle>
          <a:p>
            <a:r>
              <a:rPr lang="pt-PT" dirty="0"/>
              <a:t>Título</a:t>
            </a:r>
            <a:br>
              <a:rPr lang="pt-PT" dirty="0"/>
            </a:br>
            <a:endParaRPr lang="pt-PT" dirty="0"/>
          </a:p>
        </p:txBody>
      </p:sp>
    </p:spTree>
    <p:extLst>
      <p:ext uri="{BB962C8B-B14F-4D97-AF65-F5344CB8AC3E}">
        <p14:creationId xmlns:p14="http://schemas.microsoft.com/office/powerpoint/2010/main" val="23630090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lide Fecho 1">
    <p:spTree>
      <p:nvGrpSpPr>
        <p:cNvPr id="1" name=""/>
        <p:cNvGrpSpPr/>
        <p:nvPr/>
      </p:nvGrpSpPr>
      <p:grpSpPr>
        <a:xfrm>
          <a:off x="0" y="0"/>
          <a:ext cx="0" cy="0"/>
          <a:chOff x="0" y="0"/>
          <a:chExt cx="0" cy="0"/>
        </a:xfrm>
      </p:grpSpPr>
      <p:pic>
        <p:nvPicPr>
          <p:cNvPr id="3" name="Imagem 2" descr="Uma imagem com texto, símbolo&#10;&#10;Descrição gerada automaticamente">
            <a:extLst>
              <a:ext uri="{FF2B5EF4-FFF2-40B4-BE49-F238E27FC236}">
                <a16:creationId xmlns:a16="http://schemas.microsoft.com/office/drawing/2014/main" id="{C9AC7D38-B61F-FDFC-FAB3-ABF0A2CF2CEB}"/>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7429376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lide Fecho 2">
    <p:spTree>
      <p:nvGrpSpPr>
        <p:cNvPr id="1" name=""/>
        <p:cNvGrpSpPr/>
        <p:nvPr/>
      </p:nvGrpSpPr>
      <p:grpSpPr>
        <a:xfrm>
          <a:off x="0" y="0"/>
          <a:ext cx="0" cy="0"/>
          <a:chOff x="0" y="0"/>
          <a:chExt cx="0" cy="0"/>
        </a:xfrm>
      </p:grpSpPr>
      <p:pic>
        <p:nvPicPr>
          <p:cNvPr id="3" name="Imagem 2" descr="Uma imagem com texto, vermelho, símbolo&#10;&#10;Descrição gerada automaticamente">
            <a:extLst>
              <a:ext uri="{FF2B5EF4-FFF2-40B4-BE49-F238E27FC236}">
                <a16:creationId xmlns:a16="http://schemas.microsoft.com/office/drawing/2014/main" id="{BC4443A8-2C45-8C44-DDEA-A8EB2C713A04}"/>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1583485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5" name="Marcador de Posição do Número do Diapositivo 5">
            <a:extLst>
              <a:ext uri="{FF2B5EF4-FFF2-40B4-BE49-F238E27FC236}">
                <a16:creationId xmlns:a16="http://schemas.microsoft.com/office/drawing/2014/main" id="{03729E55-FE81-5FEF-98CB-71FA11CF0598}"/>
              </a:ext>
            </a:extLst>
          </p:cNvPr>
          <p:cNvSpPr>
            <a:spLocks noGrp="1"/>
          </p:cNvSpPr>
          <p:nvPr>
            <p:ph type="sldNum" sz="quarter" idx="4"/>
          </p:nvPr>
        </p:nvSpPr>
        <p:spPr>
          <a:xfrm>
            <a:off x="11832000" y="0"/>
            <a:ext cx="360000" cy="360000"/>
          </a:xfrm>
          <a:prstGeom prst="rect">
            <a:avLst/>
          </a:prstGeom>
        </p:spPr>
        <p:txBody>
          <a:bodyPr vert="horz" lIns="0" tIns="0" rIns="0" bIns="0" rtlCol="0" anchor="ctr"/>
          <a:lstStyle>
            <a:lvl1pPr algn="ctr">
              <a:defRPr sz="1000">
                <a:solidFill>
                  <a:srgbClr val="9A1A24"/>
                </a:solidFill>
              </a:defRPr>
            </a:lvl1pPr>
          </a:lstStyle>
          <a:p>
            <a:fld id="{D7FD74A0-B0CA-444B-9BD0-EF67B043F227}" type="slidenum">
              <a:rPr lang="pt-PT" smtClean="0"/>
              <a:pPr/>
              <a:t>‹#›</a:t>
            </a:fld>
            <a:endParaRPr lang="pt-PT" dirty="0"/>
          </a:p>
        </p:txBody>
      </p:sp>
    </p:spTree>
    <p:extLst>
      <p:ext uri="{BB962C8B-B14F-4D97-AF65-F5344CB8AC3E}">
        <p14:creationId xmlns:p14="http://schemas.microsoft.com/office/powerpoint/2010/main" val="3863814903"/>
      </p:ext>
    </p:extLst>
  </p:cSld>
  <p:clrMap bg1="lt1" tx1="dk1" bg2="lt2" tx2="dk2" accent1="accent1" accent2="accent2" accent3="accent3" accent4="accent4" accent5="accent5" accent6="accent6" hlink="hlink" folHlink="folHlink"/>
  <p:sldLayoutIdLst>
    <p:sldLayoutId id="2147483651" r:id="rId1"/>
    <p:sldLayoutId id="2147483664" r:id="rId2"/>
    <p:sldLayoutId id="2147483649" r:id="rId3"/>
    <p:sldLayoutId id="2147483662" r:id="rId4"/>
    <p:sldLayoutId id="2147483663" r:id="rId5"/>
    <p:sldLayoutId id="2147483653" r:id="rId6"/>
    <p:sldLayoutId id="2147483652" r:id="rId7"/>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39ACF7-809C-1EF4-4419-82F8C2CE000D}"/>
              </a:ext>
            </a:extLst>
          </p:cNvPr>
          <p:cNvSpPr>
            <a:spLocks noGrp="1"/>
          </p:cNvSpPr>
          <p:nvPr>
            <p:ph type="ctrTitle"/>
          </p:nvPr>
        </p:nvSpPr>
        <p:spPr/>
        <p:txBody>
          <a:bodyPr/>
          <a:lstStyle/>
          <a:p>
            <a:r>
              <a:rPr lang="pt-PT" sz="2400" dirty="0"/>
              <a:t>1. The Evolution of Firewalls: From Basic Filtering to Deep Packet Inspection (DPI)</a:t>
            </a:r>
          </a:p>
        </p:txBody>
      </p:sp>
      <p:graphicFrame>
        <p:nvGraphicFramePr>
          <p:cNvPr id="6" name="Table 5">
            <a:extLst>
              <a:ext uri="{FF2B5EF4-FFF2-40B4-BE49-F238E27FC236}">
                <a16:creationId xmlns:a16="http://schemas.microsoft.com/office/drawing/2014/main" id="{67C54FC9-039F-1881-F37C-98AE9500C55F}"/>
              </a:ext>
            </a:extLst>
          </p:cNvPr>
          <p:cNvGraphicFramePr>
            <a:graphicFrameLocks noGrp="1"/>
          </p:cNvGraphicFramePr>
          <p:nvPr>
            <p:extLst>
              <p:ext uri="{D42A27DB-BD31-4B8C-83A1-F6EECF244321}">
                <p14:modId xmlns:p14="http://schemas.microsoft.com/office/powerpoint/2010/main" val="402435344"/>
              </p:ext>
            </p:extLst>
          </p:nvPr>
        </p:nvGraphicFramePr>
        <p:xfrm>
          <a:off x="335999" y="4030133"/>
          <a:ext cx="11520000" cy="2108200"/>
        </p:xfrm>
        <a:graphic>
          <a:graphicData uri="http://schemas.openxmlformats.org/drawingml/2006/table">
            <a:tbl>
              <a:tblPr firstRow="1" bandRow="1">
                <a:tableStyleId>{5C22544A-7EE6-4342-B048-85BDC9FD1C3A}</a:tableStyleId>
              </a:tblPr>
              <a:tblGrid>
                <a:gridCol w="2880000">
                  <a:extLst>
                    <a:ext uri="{9D8B030D-6E8A-4147-A177-3AD203B41FA5}">
                      <a16:colId xmlns:a16="http://schemas.microsoft.com/office/drawing/2014/main" val="2490439591"/>
                    </a:ext>
                  </a:extLst>
                </a:gridCol>
                <a:gridCol w="2880000">
                  <a:extLst>
                    <a:ext uri="{9D8B030D-6E8A-4147-A177-3AD203B41FA5}">
                      <a16:colId xmlns:a16="http://schemas.microsoft.com/office/drawing/2014/main" val="3606163585"/>
                    </a:ext>
                  </a:extLst>
                </a:gridCol>
                <a:gridCol w="2880000">
                  <a:extLst>
                    <a:ext uri="{9D8B030D-6E8A-4147-A177-3AD203B41FA5}">
                      <a16:colId xmlns:a16="http://schemas.microsoft.com/office/drawing/2014/main" val="1757416752"/>
                    </a:ext>
                  </a:extLst>
                </a:gridCol>
                <a:gridCol w="2880000">
                  <a:extLst>
                    <a:ext uri="{9D8B030D-6E8A-4147-A177-3AD203B41FA5}">
                      <a16:colId xmlns:a16="http://schemas.microsoft.com/office/drawing/2014/main" val="1882739594"/>
                    </a:ext>
                  </a:extLst>
                </a:gridCol>
              </a:tblGrid>
              <a:tr h="370840">
                <a:tc>
                  <a:txBody>
                    <a:bodyPr/>
                    <a:lstStyle/>
                    <a:p>
                      <a:r>
                        <a:rPr lang="pt-PT" dirty="0"/>
                        <a:t>Packet filtering</a:t>
                      </a:r>
                    </a:p>
                  </a:txBody>
                  <a:tcPr/>
                </a:tc>
                <a:tc>
                  <a:txBody>
                    <a:bodyPr/>
                    <a:lstStyle/>
                    <a:p>
                      <a:r>
                        <a:rPr lang="pt-PT" dirty="0"/>
                        <a:t>Stateful Inspection</a:t>
                      </a:r>
                    </a:p>
                  </a:txBody>
                  <a:tcPr/>
                </a:tc>
                <a:tc>
                  <a:txBody>
                    <a:bodyPr/>
                    <a:lstStyle/>
                    <a:p>
                      <a:r>
                        <a:rPr lang="pt-PT" dirty="0"/>
                        <a:t>Application Firewall</a:t>
                      </a:r>
                    </a:p>
                  </a:txBody>
                  <a:tcPr/>
                </a:tc>
                <a:tc>
                  <a:txBody>
                    <a:bodyPr/>
                    <a:lstStyle/>
                    <a:p>
                      <a:r>
                        <a:rPr lang="pt-PT" dirty="0"/>
                        <a:t>DPI</a:t>
                      </a:r>
                    </a:p>
                  </a:txBody>
                  <a:tcPr/>
                </a:tc>
                <a:extLst>
                  <a:ext uri="{0D108BD9-81ED-4DB2-BD59-A6C34878D82A}">
                    <a16:rowId xmlns:a16="http://schemas.microsoft.com/office/drawing/2014/main" val="1943309307"/>
                  </a:ext>
                </a:extLst>
              </a:tr>
              <a:tr h="290430">
                <a:tc>
                  <a:txBody>
                    <a:bodyPr/>
                    <a:lstStyle/>
                    <a:p>
                      <a:r>
                        <a:rPr lang="pt-PT" dirty="0"/>
                        <a:t>ID document</a:t>
                      </a:r>
                    </a:p>
                  </a:txBody>
                  <a:tcPr/>
                </a:tc>
                <a:tc>
                  <a:txBody>
                    <a:bodyPr/>
                    <a:lstStyle/>
                    <a:p>
                      <a:r>
                        <a:rPr lang="pt-PT" dirty="0"/>
                        <a:t>ID document;</a:t>
                      </a:r>
                    </a:p>
                    <a:p>
                      <a:r>
                        <a:rPr lang="pt-PT" dirty="0"/>
                        <a:t>Valid entry authorization</a:t>
                      </a:r>
                    </a:p>
                  </a:txBody>
                  <a:tcPr/>
                </a:tc>
                <a:tc>
                  <a:txBody>
                    <a:bodyPr/>
                    <a:lstStyle/>
                    <a:p>
                      <a:r>
                        <a:rPr lang="pt-PT" dirty="0"/>
                        <a:t>ID document;</a:t>
                      </a:r>
                    </a:p>
                    <a:p>
                      <a:r>
                        <a:rPr lang="pt-PT" dirty="0"/>
                        <a:t>Valid entry authorization;</a:t>
                      </a:r>
                    </a:p>
                    <a:p>
                      <a:pPr marL="0" marR="0" lvl="0" indent="0" algn="l" defTabSz="914400" rtl="0" eaLnBrk="1" fontAlgn="auto" latinLnBrk="0" hangingPunct="1">
                        <a:lnSpc>
                          <a:spcPct val="100000"/>
                        </a:lnSpc>
                        <a:spcBef>
                          <a:spcPts val="0"/>
                        </a:spcBef>
                        <a:spcAft>
                          <a:spcPts val="0"/>
                        </a:spcAft>
                        <a:buClrTx/>
                        <a:buSzTx/>
                        <a:buFontTx/>
                        <a:buNone/>
                        <a:tabLst/>
                        <a:defRPr/>
                      </a:pPr>
                      <a:r>
                        <a:rPr lang="pt-PT" dirty="0"/>
                        <a:t>Purpose of visit</a:t>
                      </a:r>
                    </a:p>
                  </a:txBody>
                  <a:tcPr/>
                </a:tc>
                <a:tc>
                  <a:txBody>
                    <a:bodyPr/>
                    <a:lstStyle/>
                    <a:p>
                      <a:r>
                        <a:rPr lang="pt-PT" dirty="0"/>
                        <a:t>ID document;</a:t>
                      </a:r>
                    </a:p>
                    <a:p>
                      <a:r>
                        <a:rPr lang="pt-PT" dirty="0"/>
                        <a:t>Valid entry authorization;</a:t>
                      </a:r>
                    </a:p>
                    <a:p>
                      <a:pPr marL="0" marR="0" lvl="0" indent="0" algn="l" defTabSz="914400" rtl="0" eaLnBrk="1" fontAlgn="auto" latinLnBrk="0" hangingPunct="1">
                        <a:lnSpc>
                          <a:spcPct val="100000"/>
                        </a:lnSpc>
                        <a:spcBef>
                          <a:spcPts val="0"/>
                        </a:spcBef>
                        <a:spcAft>
                          <a:spcPts val="0"/>
                        </a:spcAft>
                        <a:buClrTx/>
                        <a:buSzTx/>
                        <a:buFontTx/>
                        <a:buNone/>
                        <a:tabLst/>
                        <a:defRPr/>
                      </a:pPr>
                      <a:r>
                        <a:rPr lang="pt-PT" dirty="0"/>
                        <a:t>Purpose of visit;</a:t>
                      </a:r>
                    </a:p>
                    <a:p>
                      <a:r>
                        <a:rPr lang="pt-PT" sz="1800" b="0" i="0" kern="1200" dirty="0">
                          <a:solidFill>
                            <a:schemeClr val="dk1"/>
                          </a:solidFill>
                          <a:effectLst/>
                          <a:latin typeface="+mn-lt"/>
                          <a:ea typeface="+mn-ea"/>
                          <a:cs typeface="+mn-cs"/>
                        </a:rPr>
                        <a:t>Criminal record certificate;</a:t>
                      </a:r>
                    </a:p>
                    <a:p>
                      <a:r>
                        <a:rPr lang="pt-PT" sz="1800" b="0" i="0" kern="1200" dirty="0">
                          <a:solidFill>
                            <a:schemeClr val="dk1"/>
                          </a:solidFill>
                          <a:effectLst/>
                          <a:latin typeface="+mn-lt"/>
                          <a:ea typeface="+mn-ea"/>
                          <a:cs typeface="+mn-cs"/>
                        </a:rPr>
                        <a:t>Proof of financial resources;</a:t>
                      </a:r>
                    </a:p>
                    <a:p>
                      <a:r>
                        <a:rPr lang="pt-PT" sz="1800" b="0" i="0" kern="1200" dirty="0">
                          <a:solidFill>
                            <a:schemeClr val="dk1"/>
                          </a:solidFill>
                          <a:effectLst/>
                          <a:latin typeface="+mn-lt"/>
                          <a:ea typeface="+mn-ea"/>
                          <a:cs typeface="+mn-cs"/>
                        </a:rPr>
                        <a:t>Valid travel insurance</a:t>
                      </a:r>
                      <a:endParaRPr lang="pt-PT" dirty="0"/>
                    </a:p>
                  </a:txBody>
                  <a:tcPr/>
                </a:tc>
                <a:extLst>
                  <a:ext uri="{0D108BD9-81ED-4DB2-BD59-A6C34878D82A}">
                    <a16:rowId xmlns:a16="http://schemas.microsoft.com/office/drawing/2014/main" val="2073403002"/>
                  </a:ext>
                </a:extLst>
              </a:tr>
            </a:tbl>
          </a:graphicData>
        </a:graphic>
      </p:graphicFrame>
      <p:sp>
        <p:nvSpPr>
          <p:cNvPr id="8" name="Footer Placeholder 3">
            <a:extLst>
              <a:ext uri="{FF2B5EF4-FFF2-40B4-BE49-F238E27FC236}">
                <a16:creationId xmlns:a16="http://schemas.microsoft.com/office/drawing/2014/main" id="{B79B35CF-5E95-BC7F-6261-A5FEA1425990}"/>
              </a:ext>
            </a:extLst>
          </p:cNvPr>
          <p:cNvSpPr txBox="1">
            <a:spLocks/>
          </p:cNvSpPr>
          <p:nvPr/>
        </p:nvSpPr>
        <p:spPr>
          <a:xfrm>
            <a:off x="0" y="6380626"/>
            <a:ext cx="12191999" cy="365125"/>
          </a:xfrm>
          <a:prstGeom prst="rect">
            <a:avLst/>
          </a:prstGeom>
        </p:spPr>
        <p:txBody>
          <a:bodyPr vert="horz" lIns="91440" tIns="45720" rIns="91440" bIns="45720" rtlCol="0" anchor="ctr"/>
          <a:lstStyle>
            <a:defPPr>
              <a:defRPr lang="pt-PT"/>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pt-PT" dirty="0">
                <a:solidFill>
                  <a:prstClr val="black">
                    <a:tint val="82000"/>
                  </a:prstClr>
                </a:solidFill>
                <a:latin typeface="Aptos" panose="02110004020202020204"/>
              </a:rPr>
              <a:t>PGSCE-CONCIB 2026										Inês Santos 1140623	</a:t>
            </a:r>
          </a:p>
        </p:txBody>
      </p:sp>
      <p:graphicFrame>
        <p:nvGraphicFramePr>
          <p:cNvPr id="9" name="Diagram 8">
            <a:extLst>
              <a:ext uri="{FF2B5EF4-FFF2-40B4-BE49-F238E27FC236}">
                <a16:creationId xmlns:a16="http://schemas.microsoft.com/office/drawing/2014/main" id="{D8096A49-B702-71F4-1D0D-8ED8D4A600E5}"/>
              </a:ext>
            </a:extLst>
          </p:cNvPr>
          <p:cNvGraphicFramePr/>
          <p:nvPr>
            <p:extLst>
              <p:ext uri="{D42A27DB-BD31-4B8C-83A1-F6EECF244321}">
                <p14:modId xmlns:p14="http://schemas.microsoft.com/office/powerpoint/2010/main" val="3373696714"/>
              </p:ext>
            </p:extLst>
          </p:nvPr>
        </p:nvGraphicFramePr>
        <p:xfrm>
          <a:off x="311429" y="719667"/>
          <a:ext cx="11520000" cy="30041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1" name="Picture 10">
            <a:extLst>
              <a:ext uri="{FF2B5EF4-FFF2-40B4-BE49-F238E27FC236}">
                <a16:creationId xmlns:a16="http://schemas.microsoft.com/office/drawing/2014/main" id="{9AC547A9-DFB2-615F-048E-F7436B5F38A7}"/>
              </a:ext>
            </a:extLst>
          </p:cNvPr>
          <p:cNvPicPr>
            <a:picLocks noChangeAspect="1"/>
          </p:cNvPicPr>
          <p:nvPr/>
        </p:nvPicPr>
        <p:blipFill>
          <a:blip r:embed="rId8">
            <a:clrChange>
              <a:clrFrom>
                <a:srgbClr val="FFFFFF"/>
              </a:clrFrom>
              <a:clrTo>
                <a:srgbClr val="FFFFFF">
                  <a:alpha val="0"/>
                </a:srgbClr>
              </a:clrTo>
            </a:clrChange>
          </a:blip>
          <a:stretch>
            <a:fillRect/>
          </a:stretch>
        </p:blipFill>
        <p:spPr>
          <a:xfrm>
            <a:off x="0" y="2904938"/>
            <a:ext cx="1495468" cy="1114677"/>
          </a:xfrm>
          <a:prstGeom prst="rect">
            <a:avLst/>
          </a:prstGeom>
        </p:spPr>
      </p:pic>
    </p:spTree>
    <p:extLst>
      <p:ext uri="{BB962C8B-B14F-4D97-AF65-F5344CB8AC3E}">
        <p14:creationId xmlns:p14="http://schemas.microsoft.com/office/powerpoint/2010/main" val="2921737576"/>
      </p:ext>
    </p:extLst>
  </p:cSld>
  <p:clrMapOvr>
    <a:masterClrMapping/>
  </p:clrMapOvr>
</p:sld>
</file>

<file path=ppt/theme/theme1.xml><?xml version="1.0" encoding="utf-8"?>
<a:theme xmlns:a="http://schemas.openxmlformats.org/drawingml/2006/main" name="Apresentação Institucional">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sep_template_presentation" id="{76A24093-BC62-7547-95EE-3ADB044007AC}" vid="{3BA850C7-7FC8-C243-B0BF-0412F45368BE}"/>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68639E4646EB4B4D92C55B8F06C18991" ma:contentTypeVersion="13" ma:contentTypeDescription="Criar um novo documento." ma:contentTypeScope="" ma:versionID="6afba41c36b32b12c4f997eb6b208aa4">
  <xsd:schema xmlns:xsd="http://www.w3.org/2001/XMLSchema" xmlns:xs="http://www.w3.org/2001/XMLSchema" xmlns:p="http://schemas.microsoft.com/office/2006/metadata/properties" xmlns:ns2="cbf5b7ef-cb08-4883-8501-6a09caf69219" xmlns:ns3="17632157-d434-43c0-9850-02c0430cbda1" targetNamespace="http://schemas.microsoft.com/office/2006/metadata/properties" ma:root="true" ma:fieldsID="63b6f7def5cc4b9d165046389f94c400" ns2:_="" ns3:_="">
    <xsd:import namespace="cbf5b7ef-cb08-4883-8501-6a09caf69219"/>
    <xsd:import namespace="17632157-d434-43c0-9850-02c0430cbda1"/>
    <xsd:element name="properties">
      <xsd:complexType>
        <xsd:sequence>
          <xsd:element name="documentManagement">
            <xsd:complexType>
              <xsd:all>
                <xsd:element ref="ns2:MediaServiceMetadata" minOccurs="0"/>
                <xsd:element ref="ns2:MediaServiceFastMetadata" minOccurs="0"/>
                <xsd:element ref="ns2:MediaLengthInSecond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ServiceLocation"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bf5b7ef-cb08-4883-8501-6a09caf6921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LengthInSeconds" ma:index="10" nillable="true" ma:displayName="MediaLengthInSeconds" ma:hidden="true" ma:internalName="MediaLengthInSeconds" ma:readOnly="true">
      <xsd:simpleType>
        <xsd:restriction base="dms:Unknown"/>
      </xsd:simpleType>
    </xsd:element>
    <xsd:element name="MediaServiceDateTaken" ma:index="11" nillable="true" ma:displayName="MediaServiceDateTaken" ma:hidden="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Etiquetas de Imagem" ma:readOnly="false" ma:fieldId="{5cf76f15-5ced-4ddc-b409-7134ff3c332f}" ma:taxonomyMulti="true" ma:sspId="abd39c20-4416-4a86-a41d-df69d8f2de93"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Location" ma:index="18"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7632157-d434-43c0-9850-02c0430cbda1"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228d33aa-ffa6-4a11-88f4-1ab032372f7b}" ma:internalName="TaxCatchAll" ma:showField="CatchAllData" ma:web="17632157-d434-43c0-9850-02c0430cbda1">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Partilhado Com"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Detalhes de Partilhado Com"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3097918-6AA8-4AF0-8F54-04A9D98E89F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bf5b7ef-cb08-4883-8501-6a09caf69219"/>
    <ds:schemaRef ds:uri="17632157-d434-43c0-9850-02c0430cbda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A86F895-B163-4684-803C-BFB9C24D570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Apresentação Institucional</Template>
  <TotalTime>273</TotalTime>
  <Words>341</Words>
  <Application>Microsoft Office PowerPoint</Application>
  <PresentationFormat>Widescreen</PresentationFormat>
  <Paragraphs>33</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Aptos</vt:lpstr>
      <vt:lpstr>Arial</vt:lpstr>
      <vt:lpstr>Calibri</vt:lpstr>
      <vt:lpstr>Franklin Gothic Book</vt:lpstr>
      <vt:lpstr>Wingdings</vt:lpstr>
      <vt:lpstr>Apresentação Institucional</vt:lpstr>
      <vt:lpstr>1. The Evolution of Firewalls: From Basic Filtering to Deep Packet Inspection (DPI)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Joel Vilas Boas</dc:creator>
  <cp:lastModifiedBy>Ines Santos (EMS KEENFINITY)</cp:lastModifiedBy>
  <cp:revision>2</cp:revision>
  <dcterms:created xsi:type="dcterms:W3CDTF">2023-07-04T11:44:03Z</dcterms:created>
  <dcterms:modified xsi:type="dcterms:W3CDTF">2026-07-07T21:21:38Z</dcterms:modified>
</cp:coreProperties>
</file>